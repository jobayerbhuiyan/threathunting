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7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C718B-C6E9-A70D-8A7B-95C67754A1A5}" v="137" dt="2026-04-10T03:45:28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iyan, Jobayer A" userId="S::jbhuiyan@madisoncollege.edu::c537c22d-720c-4cfb-817c-9edc3ac16a57" providerId="AD" clId="Web-{846C718B-C6E9-A70D-8A7B-95C67754A1A5}"/>
    <pc:docChg chg="addSld delSld modSld">
      <pc:chgData name="Bhuiyan, Jobayer A" userId="S::jbhuiyan@madisoncollege.edu::c537c22d-720c-4cfb-817c-9edc3ac16a57" providerId="AD" clId="Web-{846C718B-C6E9-A70D-8A7B-95C67754A1A5}" dt="2026-04-10T03:45:28.977" v="105"/>
      <pc:docMkLst>
        <pc:docMk/>
      </pc:docMkLst>
      <pc:sldChg chg="addSp delSp modSp">
        <pc:chgData name="Bhuiyan, Jobayer A" userId="S::jbhuiyan@madisoncollege.edu::c537c22d-720c-4cfb-817c-9edc3ac16a57" providerId="AD" clId="Web-{846C718B-C6E9-A70D-8A7B-95C67754A1A5}" dt="2026-04-10T03:45:28.977" v="105"/>
        <pc:sldMkLst>
          <pc:docMk/>
          <pc:sldMk cId="4123485945" sldId="259"/>
        </pc:sldMkLst>
        <pc:spChg chg="del">
          <ac:chgData name="Bhuiyan, Jobayer A" userId="S::jbhuiyan@madisoncollege.edu::c537c22d-720c-4cfb-817c-9edc3ac16a57" providerId="AD" clId="Web-{846C718B-C6E9-A70D-8A7B-95C67754A1A5}" dt="2026-04-10T03:45:10.305" v="104"/>
          <ac:spMkLst>
            <pc:docMk/>
            <pc:sldMk cId="4123485945" sldId="259"/>
            <ac:spMk id="3" creationId="{7A95B113-4E55-F8BE-63B9-BECD73DB7083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3:45:28.977" v="105"/>
          <ac:spMkLst>
            <pc:docMk/>
            <pc:sldMk cId="4123485945" sldId="259"/>
            <ac:spMk id="6" creationId="{70B1D3B7-3D0F-6DFA-4DC8-DB7AE2A74318}"/>
          </ac:spMkLst>
        </pc:spChg>
        <pc:picChg chg="add mod ord">
          <ac:chgData name="Bhuiyan, Jobayer A" userId="S::jbhuiyan@madisoncollege.edu::c537c22d-720c-4cfb-817c-9edc3ac16a57" providerId="AD" clId="Web-{846C718B-C6E9-A70D-8A7B-95C67754A1A5}" dt="2026-04-10T03:45:10.305" v="104"/>
          <ac:picMkLst>
            <pc:docMk/>
            <pc:sldMk cId="4123485945" sldId="259"/>
            <ac:picMk id="4" creationId="{003EA52A-9D6E-BD3F-CD8D-A022EC3273BC}"/>
          </ac:picMkLst>
        </pc:picChg>
      </pc:sldChg>
      <pc:sldChg chg="addSp delSp modSp new">
        <pc:chgData name="Bhuiyan, Jobayer A" userId="S::jbhuiyan@madisoncollege.edu::c537c22d-720c-4cfb-817c-9edc3ac16a57" providerId="AD" clId="Web-{846C718B-C6E9-A70D-8A7B-95C67754A1A5}" dt="2026-04-10T00:52:23.684" v="34" actId="20577"/>
        <pc:sldMkLst>
          <pc:docMk/>
          <pc:sldMk cId="3360057938" sldId="278"/>
        </pc:sldMkLst>
        <pc:spChg chg="mod">
          <ac:chgData name="Bhuiyan, Jobayer A" userId="S::jbhuiyan@madisoncollege.edu::c537c22d-720c-4cfb-817c-9edc3ac16a57" providerId="AD" clId="Web-{846C718B-C6E9-A70D-8A7B-95C67754A1A5}" dt="2026-04-10T00:52:23.684" v="34" actId="20577"/>
          <ac:spMkLst>
            <pc:docMk/>
            <pc:sldMk cId="3360057938" sldId="278"/>
            <ac:spMk id="2" creationId="{619EBC3A-ED7F-1B66-4541-8F3A233E7179}"/>
          </ac:spMkLst>
        </pc:spChg>
        <pc:spChg chg="del">
          <ac:chgData name="Bhuiyan, Jobayer A" userId="S::jbhuiyan@madisoncollege.edu::c537c22d-720c-4cfb-817c-9edc3ac16a57" providerId="AD" clId="Web-{846C718B-C6E9-A70D-8A7B-95C67754A1A5}" dt="2026-04-10T00:49:13.026" v="1"/>
          <ac:spMkLst>
            <pc:docMk/>
            <pc:sldMk cId="3360057938" sldId="278"/>
            <ac:spMk id="3" creationId="{3274B093-A323-A03D-D0E0-6CE171610B65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0:52:18.356" v="33"/>
          <ac:spMkLst>
            <pc:docMk/>
            <pc:sldMk cId="3360057938" sldId="278"/>
            <ac:spMk id="6" creationId="{9BD4118B-D612-5FE9-74C1-6225F1E4DCB1}"/>
          </ac:spMkLst>
        </pc:spChg>
        <pc:picChg chg="add mod ord">
          <ac:chgData name="Bhuiyan, Jobayer A" userId="S::jbhuiyan@madisoncollege.edu::c537c22d-720c-4cfb-817c-9edc3ac16a57" providerId="AD" clId="Web-{846C718B-C6E9-A70D-8A7B-95C67754A1A5}" dt="2026-04-10T00:49:13.026" v="1"/>
          <ac:picMkLst>
            <pc:docMk/>
            <pc:sldMk cId="3360057938" sldId="278"/>
            <ac:picMk id="4" creationId="{F4633DEE-3EC0-30BA-6615-7C11F2DC8751}"/>
          </ac:picMkLst>
        </pc:picChg>
      </pc:sldChg>
      <pc:sldChg chg="addSp delSp modSp new mod setBg">
        <pc:chgData name="Bhuiyan, Jobayer A" userId="S::jbhuiyan@madisoncollege.edu::c537c22d-720c-4cfb-817c-9edc3ac16a57" providerId="AD" clId="Web-{846C718B-C6E9-A70D-8A7B-95C67754A1A5}" dt="2026-04-10T01:05:55.290" v="64" actId="1076"/>
        <pc:sldMkLst>
          <pc:docMk/>
          <pc:sldMk cId="564800336" sldId="279"/>
        </pc:sldMkLst>
        <pc:spChg chg="mod">
          <ac:chgData name="Bhuiyan, Jobayer A" userId="S::jbhuiyan@madisoncollege.edu::c537c22d-720c-4cfb-817c-9edc3ac16a57" providerId="AD" clId="Web-{846C718B-C6E9-A70D-8A7B-95C67754A1A5}" dt="2026-04-10T01:05:38.430" v="62"/>
          <ac:spMkLst>
            <pc:docMk/>
            <pc:sldMk cId="564800336" sldId="279"/>
            <ac:spMk id="2" creationId="{B5829A57-A33C-5861-DC96-86A1C6AAF0D2}"/>
          </ac:spMkLst>
        </pc:spChg>
        <pc:spChg chg="del">
          <ac:chgData name="Bhuiyan, Jobayer A" userId="S::jbhuiyan@madisoncollege.edu::c537c22d-720c-4cfb-817c-9edc3ac16a57" providerId="AD" clId="Web-{846C718B-C6E9-A70D-8A7B-95C67754A1A5}" dt="2026-04-10T00:50:28.245" v="3"/>
          <ac:spMkLst>
            <pc:docMk/>
            <pc:sldMk cId="564800336" sldId="279"/>
            <ac:spMk id="3" creationId="{AEF0826E-1B5F-2B32-F6E2-9246B3D8C8C2}"/>
          </ac:spMkLst>
        </pc:spChg>
        <pc:spChg chg="add mod">
          <ac:chgData name="Bhuiyan, Jobayer A" userId="S::jbhuiyan@madisoncollege.edu::c537c22d-720c-4cfb-817c-9edc3ac16a57" providerId="AD" clId="Web-{846C718B-C6E9-A70D-8A7B-95C67754A1A5}" dt="2026-04-10T01:05:55.290" v="64" actId="1076"/>
          <ac:spMkLst>
            <pc:docMk/>
            <pc:sldMk cId="564800336" sldId="279"/>
            <ac:spMk id="5" creationId="{6AC793F3-45D8-00DC-7255-B6CA16E28E60}"/>
          </ac:spMkLst>
        </pc:spChg>
        <pc:spChg chg="add del mod">
          <ac:chgData name="Bhuiyan, Jobayer A" userId="S::jbhuiyan@madisoncollege.edu::c537c22d-720c-4cfb-817c-9edc3ac16a57" providerId="AD" clId="Web-{846C718B-C6E9-A70D-8A7B-95C67754A1A5}" dt="2026-04-10T00:53:06.482" v="38"/>
          <ac:spMkLst>
            <pc:docMk/>
            <pc:sldMk cId="564800336" sldId="279"/>
            <ac:spMk id="6" creationId="{85377E7C-98A0-31C4-CC29-8C875AC3A030}"/>
          </ac:spMkLst>
        </pc:spChg>
        <pc:spChg chg="add del mod">
          <ac:chgData name="Bhuiyan, Jobayer A" userId="S::jbhuiyan@madisoncollege.edu::c537c22d-720c-4cfb-817c-9edc3ac16a57" providerId="AD" clId="Web-{846C718B-C6E9-A70D-8A7B-95C67754A1A5}" dt="2026-04-10T01:05:35.305" v="61"/>
          <ac:spMkLst>
            <pc:docMk/>
            <pc:sldMk cId="564800336" sldId="279"/>
            <ac:spMk id="9" creationId="{9638C98F-3B96-F0D6-D579-60A27DCD0535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1:05:38.430" v="62"/>
          <ac:spMkLst>
            <pc:docMk/>
            <pc:sldMk cId="564800336" sldId="279"/>
            <ac:spMk id="15" creationId="{8761DDFE-071F-4200-B0AA-394476C2D2D6}"/>
          </ac:spMkLst>
        </pc:spChg>
        <pc:picChg chg="add del mod ord">
          <ac:chgData name="Bhuiyan, Jobayer A" userId="S::jbhuiyan@madisoncollege.edu::c537c22d-720c-4cfb-817c-9edc3ac16a57" providerId="AD" clId="Web-{846C718B-C6E9-A70D-8A7B-95C67754A1A5}" dt="2026-04-10T01:05:32.415" v="60"/>
          <ac:picMkLst>
            <pc:docMk/>
            <pc:sldMk cId="564800336" sldId="279"/>
            <ac:picMk id="4" creationId="{585F54EC-2363-2906-2BD9-D627C172286C}"/>
          </ac:picMkLst>
        </pc:picChg>
        <pc:picChg chg="add mod">
          <ac:chgData name="Bhuiyan, Jobayer A" userId="S::jbhuiyan@madisoncollege.edu::c537c22d-720c-4cfb-817c-9edc3ac16a57" providerId="AD" clId="Web-{846C718B-C6E9-A70D-8A7B-95C67754A1A5}" dt="2026-04-10T01:05:38.430" v="62"/>
          <ac:picMkLst>
            <pc:docMk/>
            <pc:sldMk cId="564800336" sldId="279"/>
            <ac:picMk id="7" creationId="{3FE2A56A-C53A-4C72-7684-5A370E0C3D1D}"/>
          </ac:picMkLst>
        </pc:picChg>
        <pc:picChg chg="add mod ord">
          <ac:chgData name="Bhuiyan, Jobayer A" userId="S::jbhuiyan@madisoncollege.edu::c537c22d-720c-4cfb-817c-9edc3ac16a57" providerId="AD" clId="Web-{846C718B-C6E9-A70D-8A7B-95C67754A1A5}" dt="2026-04-10T01:05:38.430" v="62"/>
          <ac:picMkLst>
            <pc:docMk/>
            <pc:sldMk cId="564800336" sldId="279"/>
            <ac:picMk id="10" creationId="{40EA9A33-C48F-A2FD-E1FB-57E0C455E974}"/>
          </ac:picMkLst>
        </pc:picChg>
      </pc:sldChg>
      <pc:sldChg chg="addSp delSp modSp new mod setBg">
        <pc:chgData name="Bhuiyan, Jobayer A" userId="S::jbhuiyan@madisoncollege.edu::c537c22d-720c-4cfb-817c-9edc3ac16a57" providerId="AD" clId="Web-{846C718B-C6E9-A70D-8A7B-95C67754A1A5}" dt="2026-04-10T01:09:01.497" v="70" actId="1076"/>
        <pc:sldMkLst>
          <pc:docMk/>
          <pc:sldMk cId="1553431241" sldId="280"/>
        </pc:sldMkLst>
        <pc:spChg chg="mod">
          <ac:chgData name="Bhuiyan, Jobayer A" userId="S::jbhuiyan@madisoncollege.edu::c537c22d-720c-4cfb-817c-9edc3ac16a57" providerId="AD" clId="Web-{846C718B-C6E9-A70D-8A7B-95C67754A1A5}" dt="2026-04-10T01:08:52.778" v="68"/>
          <ac:spMkLst>
            <pc:docMk/>
            <pc:sldMk cId="1553431241" sldId="280"/>
            <ac:spMk id="2" creationId="{8C965F4F-6555-C2AD-FBED-5B7366DA8AA2}"/>
          </ac:spMkLst>
        </pc:spChg>
        <pc:spChg chg="del">
          <ac:chgData name="Bhuiyan, Jobayer A" userId="S::jbhuiyan@madisoncollege.edu::c537c22d-720c-4cfb-817c-9edc3ac16a57" providerId="AD" clId="Web-{846C718B-C6E9-A70D-8A7B-95C67754A1A5}" dt="2026-04-10T01:04:14.649" v="58"/>
          <ac:spMkLst>
            <pc:docMk/>
            <pc:sldMk cId="1553431241" sldId="280"/>
            <ac:spMk id="3" creationId="{5B66FAE4-8AD6-4BDF-DC52-ABBE3734BE06}"/>
          </ac:spMkLst>
        </pc:spChg>
        <pc:spChg chg="add mod">
          <ac:chgData name="Bhuiyan, Jobayer A" userId="S::jbhuiyan@madisoncollege.edu::c537c22d-720c-4cfb-817c-9edc3ac16a57" providerId="AD" clId="Web-{846C718B-C6E9-A70D-8A7B-95C67754A1A5}" dt="2026-04-10T01:09:01.497" v="70" actId="1076"/>
          <ac:spMkLst>
            <pc:docMk/>
            <pc:sldMk cId="1553431241" sldId="280"/>
            <ac:spMk id="5" creationId="{6F653119-1215-8CA1-495F-2B0D01FCE5BF}"/>
          </ac:spMkLst>
        </pc:spChg>
        <pc:spChg chg="add del">
          <ac:chgData name="Bhuiyan, Jobayer A" userId="S::jbhuiyan@madisoncollege.edu::c537c22d-720c-4cfb-817c-9edc3ac16a57" providerId="AD" clId="Web-{846C718B-C6E9-A70D-8A7B-95C67754A1A5}" dt="2026-04-10T01:08:52.778" v="67"/>
          <ac:spMkLst>
            <pc:docMk/>
            <pc:sldMk cId="1553431241" sldId="280"/>
            <ac:spMk id="12" creationId="{1022CA72-2A63-428F-B586-37BA5AB6D265}"/>
          </ac:spMkLst>
        </pc:spChg>
        <pc:spChg chg="add del">
          <ac:chgData name="Bhuiyan, Jobayer A" userId="S::jbhuiyan@madisoncollege.edu::c537c22d-720c-4cfb-817c-9edc3ac16a57" providerId="AD" clId="Web-{846C718B-C6E9-A70D-8A7B-95C67754A1A5}" dt="2026-04-10T01:08:52.778" v="67"/>
          <ac:spMkLst>
            <pc:docMk/>
            <pc:sldMk cId="1553431241" sldId="280"/>
            <ac:spMk id="14" creationId="{95C8260E-968F-44E8-A823-ABB431311926}"/>
          </ac:spMkLst>
        </pc:spChg>
        <pc:spChg chg="add del">
          <ac:chgData name="Bhuiyan, Jobayer A" userId="S::jbhuiyan@madisoncollege.edu::c537c22d-720c-4cfb-817c-9edc3ac16a57" providerId="AD" clId="Web-{846C718B-C6E9-A70D-8A7B-95C67754A1A5}" dt="2026-04-10T01:08:52.778" v="67"/>
          <ac:spMkLst>
            <pc:docMk/>
            <pc:sldMk cId="1553431241" sldId="280"/>
            <ac:spMk id="16" creationId="{2C1BBA94-3F40-40AA-8BB9-E69E25E537C1}"/>
          </ac:spMkLst>
        </pc:spChg>
        <pc:spChg chg="add del">
          <ac:chgData name="Bhuiyan, Jobayer A" userId="S::jbhuiyan@madisoncollege.edu::c537c22d-720c-4cfb-817c-9edc3ac16a57" providerId="AD" clId="Web-{846C718B-C6E9-A70D-8A7B-95C67754A1A5}" dt="2026-04-10T01:08:52.778" v="67"/>
          <ac:spMkLst>
            <pc:docMk/>
            <pc:sldMk cId="1553431241" sldId="280"/>
            <ac:spMk id="18" creationId="{FE43805F-24A6-46A4-B19B-54F28347355C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1:08:52.778" v="68"/>
          <ac:spMkLst>
            <pc:docMk/>
            <pc:sldMk cId="1553431241" sldId="280"/>
            <ac:spMk id="20" creationId="{8761DDFE-071F-4200-B0AA-394476C2D2D6}"/>
          </ac:spMkLst>
        </pc:spChg>
        <pc:picChg chg="add mod ord">
          <ac:chgData name="Bhuiyan, Jobayer A" userId="S::jbhuiyan@madisoncollege.edu::c537c22d-720c-4cfb-817c-9edc3ac16a57" providerId="AD" clId="Web-{846C718B-C6E9-A70D-8A7B-95C67754A1A5}" dt="2026-04-10T01:08:52.778" v="68"/>
          <ac:picMkLst>
            <pc:docMk/>
            <pc:sldMk cId="1553431241" sldId="280"/>
            <ac:picMk id="6" creationId="{61B7F224-DEA6-1492-C6F4-2AA21CEFD7EE}"/>
          </ac:picMkLst>
        </pc:picChg>
        <pc:picChg chg="add mod ord">
          <ac:chgData name="Bhuiyan, Jobayer A" userId="S::jbhuiyan@madisoncollege.edu::c537c22d-720c-4cfb-817c-9edc3ac16a57" providerId="AD" clId="Web-{846C718B-C6E9-A70D-8A7B-95C67754A1A5}" dt="2026-04-10T01:08:52.778" v="68"/>
          <ac:picMkLst>
            <pc:docMk/>
            <pc:sldMk cId="1553431241" sldId="280"/>
            <ac:picMk id="7" creationId="{65A43C10-54D9-CA76-3597-09E7E1C07A1A}"/>
          </ac:picMkLst>
        </pc:picChg>
      </pc:sldChg>
      <pc:sldChg chg="addSp delSp modSp new">
        <pc:chgData name="Bhuiyan, Jobayer A" userId="S::jbhuiyan@madisoncollege.edu::c537c22d-720c-4cfb-817c-9edc3ac16a57" providerId="AD" clId="Web-{846C718B-C6E9-A70D-8A7B-95C67754A1A5}" dt="2026-04-10T03:27:31.099" v="100" actId="1076"/>
        <pc:sldMkLst>
          <pc:docMk/>
          <pc:sldMk cId="2945657913" sldId="281"/>
        </pc:sldMkLst>
        <pc:spChg chg="del">
          <ac:chgData name="Bhuiyan, Jobayer A" userId="S::jbhuiyan@madisoncollege.edu::c537c22d-720c-4cfb-817c-9edc3ac16a57" providerId="AD" clId="Web-{846C718B-C6E9-A70D-8A7B-95C67754A1A5}" dt="2026-04-10T01:26:50.478" v="72"/>
          <ac:spMkLst>
            <pc:docMk/>
            <pc:sldMk cId="2945657913" sldId="281"/>
            <ac:spMk id="3" creationId="{BD7519B7-5200-91D5-77E6-ADA3308F168A}"/>
          </ac:spMkLst>
        </pc:spChg>
        <pc:spChg chg="add mod">
          <ac:chgData name="Bhuiyan, Jobayer A" userId="S::jbhuiyan@madisoncollege.edu::c537c22d-720c-4cfb-817c-9edc3ac16a57" providerId="AD" clId="Web-{846C718B-C6E9-A70D-8A7B-95C67754A1A5}" dt="2026-04-10T03:27:31.099" v="100" actId="1076"/>
          <ac:spMkLst>
            <pc:docMk/>
            <pc:sldMk cId="2945657913" sldId="281"/>
            <ac:spMk id="6" creationId="{ED07610F-0AE9-477F-1661-CD07B4E121B8}"/>
          </ac:spMkLst>
        </pc:spChg>
        <pc:picChg chg="add mod ord">
          <ac:chgData name="Bhuiyan, Jobayer A" userId="S::jbhuiyan@madisoncollege.edu::c537c22d-720c-4cfb-817c-9edc3ac16a57" providerId="AD" clId="Web-{846C718B-C6E9-A70D-8A7B-95C67754A1A5}" dt="2026-04-10T01:32:20.643" v="76" actId="1076"/>
          <ac:picMkLst>
            <pc:docMk/>
            <pc:sldMk cId="2945657913" sldId="281"/>
            <ac:picMk id="4" creationId="{7E20F238-D103-402C-506E-68F633E705AA}"/>
          </ac:picMkLst>
        </pc:picChg>
        <pc:picChg chg="add mod">
          <ac:chgData name="Bhuiyan, Jobayer A" userId="S::jbhuiyan@madisoncollege.edu::c537c22d-720c-4cfb-817c-9edc3ac16a57" providerId="AD" clId="Web-{846C718B-C6E9-A70D-8A7B-95C67754A1A5}" dt="2026-04-10T01:32:21.893" v="77" actId="1076"/>
          <ac:picMkLst>
            <pc:docMk/>
            <pc:sldMk cId="2945657913" sldId="281"/>
            <ac:picMk id="5" creationId="{401ADBAC-2952-81A4-ED9F-944177F753ED}"/>
          </ac:picMkLst>
        </pc:picChg>
      </pc:sldChg>
      <pc:sldChg chg="addSp delSp modSp new mod setBg">
        <pc:chgData name="Bhuiyan, Jobayer A" userId="S::jbhuiyan@madisoncollege.edu::c537c22d-720c-4cfb-817c-9edc3ac16a57" providerId="AD" clId="Web-{846C718B-C6E9-A70D-8A7B-95C67754A1A5}" dt="2026-04-10T03:15:04.390" v="89"/>
        <pc:sldMkLst>
          <pc:docMk/>
          <pc:sldMk cId="1402832749" sldId="282"/>
        </pc:sldMkLst>
        <pc:spChg chg="mod">
          <ac:chgData name="Bhuiyan, Jobayer A" userId="S::jbhuiyan@madisoncollege.edu::c537c22d-720c-4cfb-817c-9edc3ac16a57" providerId="AD" clId="Web-{846C718B-C6E9-A70D-8A7B-95C67754A1A5}" dt="2026-04-10T01:40:24.995" v="81"/>
          <ac:spMkLst>
            <pc:docMk/>
            <pc:sldMk cId="1402832749" sldId="282"/>
            <ac:spMk id="2" creationId="{D3CB0DFE-9424-3503-AA95-2C97D1E00F02}"/>
          </ac:spMkLst>
        </pc:spChg>
        <pc:spChg chg="del">
          <ac:chgData name="Bhuiyan, Jobayer A" userId="S::jbhuiyan@madisoncollege.edu::c537c22d-720c-4cfb-817c-9edc3ac16a57" providerId="AD" clId="Web-{846C718B-C6E9-A70D-8A7B-95C67754A1A5}" dt="2026-04-10T01:36:26.177" v="79"/>
          <ac:spMkLst>
            <pc:docMk/>
            <pc:sldMk cId="1402832749" sldId="282"/>
            <ac:spMk id="3" creationId="{BA6AAFAA-9BFC-9D1F-AF1C-4209DF2B83CC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3:15:04.390" v="89"/>
          <ac:spMkLst>
            <pc:docMk/>
            <pc:sldMk cId="1402832749" sldId="282"/>
            <ac:spMk id="6" creationId="{4314CA17-4FC4-9749-45F3-23564DCC3FE5}"/>
          </ac:spMkLst>
        </pc:spChg>
        <pc:spChg chg="add">
          <ac:chgData name="Bhuiyan, Jobayer A" userId="S::jbhuiyan@madisoncollege.edu::c537c22d-720c-4cfb-817c-9edc3ac16a57" providerId="AD" clId="Web-{846C718B-C6E9-A70D-8A7B-95C67754A1A5}" dt="2026-04-10T01:40:24.995" v="81"/>
          <ac:spMkLst>
            <pc:docMk/>
            <pc:sldMk cId="1402832749" sldId="282"/>
            <ac:spMk id="10" creationId="{022BDE4A-8A20-4A69-9C5A-581C82036A4D}"/>
          </ac:spMkLst>
        </pc:spChg>
        <pc:picChg chg="add mod ord">
          <ac:chgData name="Bhuiyan, Jobayer A" userId="S::jbhuiyan@madisoncollege.edu::c537c22d-720c-4cfb-817c-9edc3ac16a57" providerId="AD" clId="Web-{846C718B-C6E9-A70D-8A7B-95C67754A1A5}" dt="2026-04-10T01:40:24.995" v="81"/>
          <ac:picMkLst>
            <pc:docMk/>
            <pc:sldMk cId="1402832749" sldId="282"/>
            <ac:picMk id="4" creationId="{06D631BD-FCBE-4952-8E71-6EBF33366BD6}"/>
          </ac:picMkLst>
        </pc:picChg>
        <pc:picChg chg="add mod">
          <ac:chgData name="Bhuiyan, Jobayer A" userId="S::jbhuiyan@madisoncollege.edu::c537c22d-720c-4cfb-817c-9edc3ac16a57" providerId="AD" clId="Web-{846C718B-C6E9-A70D-8A7B-95C67754A1A5}" dt="2026-04-10T01:40:24.995" v="81"/>
          <ac:picMkLst>
            <pc:docMk/>
            <pc:sldMk cId="1402832749" sldId="282"/>
            <ac:picMk id="5" creationId="{14109FB0-A34B-064C-AA3C-B22199067862}"/>
          </ac:picMkLst>
        </pc:picChg>
      </pc:sldChg>
      <pc:sldChg chg="addSp delSp modSp new">
        <pc:chgData name="Bhuiyan, Jobayer A" userId="S::jbhuiyan@madisoncollege.edu::c537c22d-720c-4cfb-817c-9edc3ac16a57" providerId="AD" clId="Web-{846C718B-C6E9-A70D-8A7B-95C67754A1A5}" dt="2026-04-10T03:27:46.849" v="103" actId="1076"/>
        <pc:sldMkLst>
          <pc:docMk/>
          <pc:sldMk cId="33865300" sldId="283"/>
        </pc:sldMkLst>
        <pc:spChg chg="del">
          <ac:chgData name="Bhuiyan, Jobayer A" userId="S::jbhuiyan@madisoncollege.edu::c537c22d-720c-4cfb-817c-9edc3ac16a57" providerId="AD" clId="Web-{846C718B-C6E9-A70D-8A7B-95C67754A1A5}" dt="2026-04-10T03:08:49.012" v="83"/>
          <ac:spMkLst>
            <pc:docMk/>
            <pc:sldMk cId="33865300" sldId="283"/>
            <ac:spMk id="3" creationId="{C3B6ACED-DCF0-D78D-1C58-68C8425502B4}"/>
          </ac:spMkLst>
        </pc:spChg>
        <pc:spChg chg="add del mod">
          <ac:chgData name="Bhuiyan, Jobayer A" userId="S::jbhuiyan@madisoncollege.edu::c537c22d-720c-4cfb-817c-9edc3ac16a57" providerId="AD" clId="Web-{846C718B-C6E9-A70D-8A7B-95C67754A1A5}" dt="2026-04-10T03:10:16.747" v="85"/>
          <ac:spMkLst>
            <pc:docMk/>
            <pc:sldMk cId="33865300" sldId="283"/>
            <ac:spMk id="6" creationId="{16F9DDB0-7FA9-7330-1C94-71856DFFE461}"/>
          </ac:spMkLst>
        </pc:spChg>
        <pc:spChg chg="add del mod">
          <ac:chgData name="Bhuiyan, Jobayer A" userId="S::jbhuiyan@madisoncollege.edu::c537c22d-720c-4cfb-817c-9edc3ac16a57" providerId="AD" clId="Web-{846C718B-C6E9-A70D-8A7B-95C67754A1A5}" dt="2026-04-10T03:12:24.200" v="87"/>
          <ac:spMkLst>
            <pc:docMk/>
            <pc:sldMk cId="33865300" sldId="283"/>
            <ac:spMk id="9" creationId="{3B840B1F-F189-89F0-6CE0-3F81CA2BF482}"/>
          </ac:spMkLst>
        </pc:spChg>
        <pc:spChg chg="add mod">
          <ac:chgData name="Bhuiyan, Jobayer A" userId="S::jbhuiyan@madisoncollege.edu::c537c22d-720c-4cfb-817c-9edc3ac16a57" providerId="AD" clId="Web-{846C718B-C6E9-A70D-8A7B-95C67754A1A5}" dt="2026-04-10T03:27:46.849" v="103" actId="1076"/>
          <ac:spMkLst>
            <pc:docMk/>
            <pc:sldMk cId="33865300" sldId="283"/>
            <ac:spMk id="12" creationId="{F96BE511-4BE9-F8A6-CE69-645A9F42E191}"/>
          </ac:spMkLst>
        </pc:spChg>
        <pc:picChg chg="add del mod ord">
          <ac:chgData name="Bhuiyan, Jobayer A" userId="S::jbhuiyan@madisoncollege.edu::c537c22d-720c-4cfb-817c-9edc3ac16a57" providerId="AD" clId="Web-{846C718B-C6E9-A70D-8A7B-95C67754A1A5}" dt="2026-04-10T03:09:51.278" v="84"/>
          <ac:picMkLst>
            <pc:docMk/>
            <pc:sldMk cId="33865300" sldId="283"/>
            <ac:picMk id="4" creationId="{7DEE9ADA-0CDD-CF2A-5FB2-9325CE4247DD}"/>
          </ac:picMkLst>
        </pc:picChg>
        <pc:picChg chg="add del mod ord">
          <ac:chgData name="Bhuiyan, Jobayer A" userId="S::jbhuiyan@madisoncollege.edu::c537c22d-720c-4cfb-817c-9edc3ac16a57" providerId="AD" clId="Web-{846C718B-C6E9-A70D-8A7B-95C67754A1A5}" dt="2026-04-10T03:12:23.247" v="86"/>
          <ac:picMkLst>
            <pc:docMk/>
            <pc:sldMk cId="33865300" sldId="283"/>
            <ac:picMk id="7" creationId="{06693000-C57B-648A-B452-EDA1480E70CE}"/>
          </ac:picMkLst>
        </pc:picChg>
        <pc:picChg chg="add mod ord">
          <ac:chgData name="Bhuiyan, Jobayer A" userId="S::jbhuiyan@madisoncollege.edu::c537c22d-720c-4cfb-817c-9edc3ac16a57" providerId="AD" clId="Web-{846C718B-C6E9-A70D-8A7B-95C67754A1A5}" dt="2026-04-10T03:22:09.551" v="96" actId="1076"/>
          <ac:picMkLst>
            <pc:docMk/>
            <pc:sldMk cId="33865300" sldId="283"/>
            <ac:picMk id="10" creationId="{4503880D-307A-5A5E-CB58-C4DF93C68141}"/>
          </ac:picMkLst>
        </pc:picChg>
        <pc:picChg chg="add mod">
          <ac:chgData name="Bhuiyan, Jobayer A" userId="S::jbhuiyan@madisoncollege.edu::c537c22d-720c-4cfb-817c-9edc3ac16a57" providerId="AD" clId="Web-{846C718B-C6E9-A70D-8A7B-95C67754A1A5}" dt="2026-04-10T03:22:07.333" v="95" actId="1076"/>
          <ac:picMkLst>
            <pc:docMk/>
            <pc:sldMk cId="33865300" sldId="283"/>
            <ac:picMk id="13" creationId="{847B8756-61CB-AC29-AE18-09F219B3FED8}"/>
          </ac:picMkLst>
        </pc:picChg>
      </pc:sldChg>
      <pc:sldChg chg="new del">
        <pc:chgData name="Bhuiyan, Jobayer A" userId="S::jbhuiyan@madisoncollege.edu::c537c22d-720c-4cfb-817c-9edc3ac16a57" providerId="AD" clId="Web-{846C718B-C6E9-A70D-8A7B-95C67754A1A5}" dt="2026-04-10T03:27:11.505" v="98"/>
        <pc:sldMkLst>
          <pc:docMk/>
          <pc:sldMk cId="2619046378" sldId="284"/>
        </pc:sldMkLst>
      </pc:sldChg>
    </pc:docChg>
  </pc:docChgLst>
  <pc:docChgLst>
    <pc:chgData name="Aranda-Rodriguez, Ari" userId="S::aarandarodriguez@madisoncollege.edu::e72f93e4-ae32-46a6-af0c-6f25df5f4847" providerId="AD" clId="Web-{2F5CED89-8487-4D4D-BCB0-5C332BBC65DF}"/>
    <pc:docChg chg="addSld modSld">
      <pc:chgData name="Aranda-Rodriguez, Ari" userId="S::aarandarodriguez@madisoncollege.edu::e72f93e4-ae32-46a6-af0c-6f25df5f4847" providerId="AD" clId="Web-{2F5CED89-8487-4D4D-BCB0-5C332BBC65DF}" dt="2026-04-09T00:41:04.300" v="221"/>
      <pc:docMkLst>
        <pc:docMk/>
      </pc:docMkLst>
      <pc:sldChg chg="addSp delSp modSp mod setBg">
        <pc:chgData name="Aranda-Rodriguez, Ari" userId="S::aarandarodriguez@madisoncollege.edu::e72f93e4-ae32-46a6-af0c-6f25df5f4847" providerId="AD" clId="Web-{2F5CED89-8487-4D4D-BCB0-5C332BBC65DF}" dt="2026-04-08T22:50:57.559" v="6"/>
        <pc:sldMkLst>
          <pc:docMk/>
          <pc:sldMk cId="4128285336" sldId="257"/>
        </pc:sldMkLst>
        <pc:spChg chg="mod">
          <ac:chgData name="Aranda-Rodriguez, Ari" userId="S::aarandarodriguez@madisoncollege.edu::e72f93e4-ae32-46a6-af0c-6f25df5f4847" providerId="AD" clId="Web-{2F5CED89-8487-4D4D-BCB0-5C332BBC65DF}" dt="2026-04-08T22:50:57.559" v="6"/>
          <ac:spMkLst>
            <pc:docMk/>
            <pc:sldMk cId="4128285336" sldId="257"/>
            <ac:spMk id="2" creationId="{C315F929-8E12-AF2B-BAE9-47A561CF37AA}"/>
          </ac:spMkLst>
        </pc:spChg>
        <pc:spChg chg="add">
          <ac:chgData name="Aranda-Rodriguez, Ari" userId="S::aarandarodriguez@madisoncollege.edu::e72f93e4-ae32-46a6-af0c-6f25df5f4847" providerId="AD" clId="Web-{2F5CED89-8487-4D4D-BCB0-5C332BBC65DF}" dt="2026-04-08T22:50:57.559" v="6"/>
          <ac:spMkLst>
            <pc:docMk/>
            <pc:sldMk cId="4128285336" sldId="257"/>
            <ac:spMk id="10" creationId="{5F637E18-EF26-4327-9077-7FFC67B98B96}"/>
          </ac:spMkLst>
        </pc:spChg>
        <pc:spChg chg="add">
          <ac:chgData name="Aranda-Rodriguez, Ari" userId="S::aarandarodriguez@madisoncollege.edu::e72f93e4-ae32-46a6-af0c-6f25df5f4847" providerId="AD" clId="Web-{2F5CED89-8487-4D4D-BCB0-5C332BBC65DF}" dt="2026-04-08T22:50:57.559" v="6"/>
          <ac:spMkLst>
            <pc:docMk/>
            <pc:sldMk cId="4128285336" sldId="257"/>
            <ac:spMk id="12" creationId="{3EED6667-6BE8-A2AB-422A-5A1D89727E35}"/>
          </ac:spMkLst>
        </pc:spChg>
        <pc:graphicFrameChg chg="add mod ord modGraphic">
          <ac:chgData name="Aranda-Rodriguez, Ari" userId="S::aarandarodriguez@madisoncollege.edu::e72f93e4-ae32-46a6-af0c-6f25df5f4847" providerId="AD" clId="Web-{2F5CED89-8487-4D4D-BCB0-5C332BBC65DF}" dt="2026-04-08T22:50:57.559" v="6"/>
          <ac:graphicFrameMkLst>
            <pc:docMk/>
            <pc:sldMk cId="4128285336" sldId="257"/>
            <ac:graphicFrameMk id="5" creationId="{BA9FF826-A835-2E16-A07E-0A0C300F758B}"/>
          </ac:graphicFrameMkLst>
        </pc:graphicFrameChg>
      </pc:sldChg>
      <pc:sldChg chg="addSp delSp modSp new mod setBg">
        <pc:chgData name="Aranda-Rodriguez, Ari" userId="S::aarandarodriguez@madisoncollege.edu::e72f93e4-ae32-46a6-af0c-6f25df5f4847" providerId="AD" clId="Web-{2F5CED89-8487-4D4D-BCB0-5C332BBC65DF}" dt="2026-04-08T22:51:37.107" v="13"/>
        <pc:sldMkLst>
          <pc:docMk/>
          <pc:sldMk cId="1599101228" sldId="258"/>
        </pc:sldMkLst>
        <pc:spChg chg="mod">
          <ac:chgData name="Aranda-Rodriguez, Ari" userId="S::aarandarodriguez@madisoncollege.edu::e72f93e4-ae32-46a6-af0c-6f25df5f4847" providerId="AD" clId="Web-{2F5CED89-8487-4D4D-BCB0-5C332BBC65DF}" dt="2026-04-08T22:51:37.107" v="13"/>
          <ac:spMkLst>
            <pc:docMk/>
            <pc:sldMk cId="1599101228" sldId="258"/>
            <ac:spMk id="2" creationId="{C90C73DA-1496-F8F8-2991-256AF6600DD5}"/>
          </ac:spMkLst>
        </pc:spChg>
        <pc:spChg chg="add">
          <ac:chgData name="Aranda-Rodriguez, Ari" userId="S::aarandarodriguez@madisoncollege.edu::e72f93e4-ae32-46a6-af0c-6f25df5f4847" providerId="AD" clId="Web-{2F5CED89-8487-4D4D-BCB0-5C332BBC65DF}" dt="2026-04-08T22:51:37.107" v="13"/>
          <ac:spMkLst>
            <pc:docMk/>
            <pc:sldMk cId="1599101228" sldId="258"/>
            <ac:spMk id="10" creationId="{5105D448-4A6C-48A3-8C3C-71AF58F3E506}"/>
          </ac:spMkLst>
        </pc:spChg>
        <pc:spChg chg="add">
          <ac:chgData name="Aranda-Rodriguez, Ari" userId="S::aarandarodriguez@madisoncollege.edu::e72f93e4-ae32-46a6-af0c-6f25df5f4847" providerId="AD" clId="Web-{2F5CED89-8487-4D4D-BCB0-5C332BBC65DF}" dt="2026-04-08T22:51:37.107" v="13"/>
          <ac:spMkLst>
            <pc:docMk/>
            <pc:sldMk cId="1599101228" sldId="258"/>
            <ac:spMk id="12" creationId="{4025579F-C5D8-43BE-AF84-3E66A482C567}"/>
          </ac:spMkLst>
        </pc:spChg>
        <pc:graphicFrameChg chg="add mod ord modGraphic">
          <ac:chgData name="Aranda-Rodriguez, Ari" userId="S::aarandarodriguez@madisoncollege.edu::e72f93e4-ae32-46a6-af0c-6f25df5f4847" providerId="AD" clId="Web-{2F5CED89-8487-4D4D-BCB0-5C332BBC65DF}" dt="2026-04-08T22:51:37.107" v="13"/>
          <ac:graphicFrameMkLst>
            <pc:docMk/>
            <pc:sldMk cId="1599101228" sldId="258"/>
            <ac:graphicFrameMk id="5" creationId="{0CB05901-5629-89E2-00CB-ABADAFB73B3E}"/>
          </ac:graphicFrameMkLst>
        </pc:graphicFrameChg>
      </pc:sldChg>
      <pc:sldChg chg="modSp new">
        <pc:chgData name="Aranda-Rodriguez, Ari" userId="S::aarandarodriguez@madisoncollege.edu::e72f93e4-ae32-46a6-af0c-6f25df5f4847" providerId="AD" clId="Web-{2F5CED89-8487-4D4D-BCB0-5C332BBC65DF}" dt="2026-04-08T22:52:15.482" v="17" actId="20577"/>
        <pc:sldMkLst>
          <pc:docMk/>
          <pc:sldMk cId="4123485945" sldId="259"/>
        </pc:sldMkLst>
        <pc:spChg chg="mod">
          <ac:chgData name="Aranda-Rodriguez, Ari" userId="S::aarandarodriguez@madisoncollege.edu::e72f93e4-ae32-46a6-af0c-6f25df5f4847" providerId="AD" clId="Web-{2F5CED89-8487-4D4D-BCB0-5C332BBC65DF}" dt="2026-04-08T22:52:15.482" v="17" actId="20577"/>
          <ac:spMkLst>
            <pc:docMk/>
            <pc:sldMk cId="4123485945" sldId="259"/>
            <ac:spMk id="2" creationId="{848CC7DB-901E-30DF-3EF0-424D13E56830}"/>
          </ac:spMkLst>
        </pc:sp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06:07.391" v="19"/>
        <pc:sldMkLst>
          <pc:docMk/>
          <pc:sldMk cId="573596566" sldId="260"/>
        </pc:sldMkLst>
        <pc:picChg chg="add mod ord">
          <ac:chgData name="Aranda-Rodriguez, Ari" userId="S::aarandarodriguez@madisoncollege.edu::e72f93e4-ae32-46a6-af0c-6f25df5f4847" providerId="AD" clId="Web-{2F5CED89-8487-4D4D-BCB0-5C332BBC65DF}" dt="2026-04-08T23:06:07.391" v="19"/>
          <ac:picMkLst>
            <pc:docMk/>
            <pc:sldMk cId="573596566" sldId="260"/>
            <ac:picMk id="4" creationId="{B7354A51-0771-6483-133F-9C1C8D833AF3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08:08.663" v="21"/>
        <pc:sldMkLst>
          <pc:docMk/>
          <pc:sldMk cId="1380090426" sldId="261"/>
        </pc:sldMkLst>
        <pc:picChg chg="add mod ord">
          <ac:chgData name="Aranda-Rodriguez, Ari" userId="S::aarandarodriguez@madisoncollege.edu::e72f93e4-ae32-46a6-af0c-6f25df5f4847" providerId="AD" clId="Web-{2F5CED89-8487-4D4D-BCB0-5C332BBC65DF}" dt="2026-04-08T23:08:08.663" v="21"/>
          <ac:picMkLst>
            <pc:docMk/>
            <pc:sldMk cId="1380090426" sldId="261"/>
            <ac:picMk id="4" creationId="{3EA29CC4-0C19-89DA-76CD-EA7AE2EF344F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10:25.309" v="23"/>
        <pc:sldMkLst>
          <pc:docMk/>
          <pc:sldMk cId="2970255050" sldId="262"/>
        </pc:sldMkLst>
        <pc:picChg chg="add mod ord">
          <ac:chgData name="Aranda-Rodriguez, Ari" userId="S::aarandarodriguez@madisoncollege.edu::e72f93e4-ae32-46a6-af0c-6f25df5f4847" providerId="AD" clId="Web-{2F5CED89-8487-4D4D-BCB0-5C332BBC65DF}" dt="2026-04-08T23:10:25.309" v="23"/>
          <ac:picMkLst>
            <pc:docMk/>
            <pc:sldMk cId="2970255050" sldId="262"/>
            <ac:picMk id="4" creationId="{BEEFB903-78D2-BEEA-5D70-B2A0A2EF1D31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16:57.753" v="47" actId="20577"/>
        <pc:sldMkLst>
          <pc:docMk/>
          <pc:sldMk cId="1710059849" sldId="263"/>
        </pc:sldMkLst>
        <pc:spChg chg="mod">
          <ac:chgData name="Aranda-Rodriguez, Ari" userId="S::aarandarodriguez@madisoncollege.edu::e72f93e4-ae32-46a6-af0c-6f25df5f4847" providerId="AD" clId="Web-{2F5CED89-8487-4D4D-BCB0-5C332BBC65DF}" dt="2026-04-08T23:16:57.753" v="47" actId="20577"/>
          <ac:spMkLst>
            <pc:docMk/>
            <pc:sldMk cId="1710059849" sldId="263"/>
            <ac:spMk id="2" creationId="{EA1BF04C-590C-E95D-B076-A70047E6B543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8T23:16:05.128" v="27"/>
          <ac:picMkLst>
            <pc:docMk/>
            <pc:sldMk cId="1710059849" sldId="263"/>
            <ac:picMk id="4" creationId="{34F86715-B5BE-FF70-1C06-5383064BDF3A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14:46.470" v="26"/>
        <pc:sldMkLst>
          <pc:docMk/>
          <pc:sldMk cId="3145281068" sldId="264"/>
        </pc:sldMkLst>
        <pc:picChg chg="add mod ord">
          <ac:chgData name="Aranda-Rodriguez, Ari" userId="S::aarandarodriguez@madisoncollege.edu::e72f93e4-ae32-46a6-af0c-6f25df5f4847" providerId="AD" clId="Web-{2F5CED89-8487-4D4D-BCB0-5C332BBC65DF}" dt="2026-04-08T23:14:46.470" v="26"/>
          <ac:picMkLst>
            <pc:docMk/>
            <pc:sldMk cId="3145281068" sldId="264"/>
            <ac:picMk id="4" creationId="{21523538-CCA8-4F59-8A0C-FB3993A10DFC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25:15.136" v="55" actId="1076"/>
        <pc:sldMkLst>
          <pc:docMk/>
          <pc:sldMk cId="4015075538" sldId="265"/>
        </pc:sldMkLst>
        <pc:spChg chg="mod">
          <ac:chgData name="Aranda-Rodriguez, Ari" userId="S::aarandarodriguez@madisoncollege.edu::e72f93e4-ae32-46a6-af0c-6f25df5f4847" providerId="AD" clId="Web-{2F5CED89-8487-4D4D-BCB0-5C332BBC65DF}" dt="2026-04-08T23:17:52.066" v="54" actId="20577"/>
          <ac:spMkLst>
            <pc:docMk/>
            <pc:sldMk cId="4015075538" sldId="265"/>
            <ac:spMk id="2" creationId="{FED289D5-F0B2-8CD2-4CFC-3CCA9CA6EA44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8T23:25:15.136" v="55" actId="1076"/>
          <ac:picMkLst>
            <pc:docMk/>
            <pc:sldMk cId="4015075538" sldId="265"/>
            <ac:picMk id="4" creationId="{15B48403-C15F-F131-2F80-424056E9C449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25:31.511" v="64" actId="20577"/>
        <pc:sldMkLst>
          <pc:docMk/>
          <pc:sldMk cId="51864944" sldId="266"/>
        </pc:sldMkLst>
        <pc:spChg chg="mod">
          <ac:chgData name="Aranda-Rodriguez, Ari" userId="S::aarandarodriguez@madisoncollege.edu::e72f93e4-ae32-46a6-af0c-6f25df5f4847" providerId="AD" clId="Web-{2F5CED89-8487-4D4D-BCB0-5C332BBC65DF}" dt="2026-04-08T23:25:31.511" v="64" actId="20577"/>
          <ac:spMkLst>
            <pc:docMk/>
            <pc:sldMk cId="51864944" sldId="266"/>
            <ac:spMk id="2" creationId="{7386BC38-26D9-0F87-A487-58E03CF17CCB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8T23:25:22.167" v="57"/>
          <ac:picMkLst>
            <pc:docMk/>
            <pc:sldMk cId="51864944" sldId="266"/>
            <ac:picMk id="4" creationId="{2248AB3A-B04B-DC59-CDA7-D264B06C37B4}"/>
          </ac:picMkLst>
        </pc:picChg>
      </pc:sldChg>
      <pc:sldChg chg="modSp new">
        <pc:chgData name="Aranda-Rodriguez, Ari" userId="S::aarandarodriguez@madisoncollege.edu::e72f93e4-ae32-46a6-af0c-6f25df5f4847" providerId="AD" clId="Web-{2F5CED89-8487-4D4D-BCB0-5C332BBC65DF}" dt="2026-04-08T23:35:01.958" v="173" actId="20577"/>
        <pc:sldMkLst>
          <pc:docMk/>
          <pc:sldMk cId="1641729902" sldId="267"/>
        </pc:sldMkLst>
        <pc:spChg chg="mod">
          <ac:chgData name="Aranda-Rodriguez, Ari" userId="S::aarandarodriguez@madisoncollege.edu::e72f93e4-ae32-46a6-af0c-6f25df5f4847" providerId="AD" clId="Web-{2F5CED89-8487-4D4D-BCB0-5C332BBC65DF}" dt="2026-04-08T23:32:06.909" v="77" actId="20577"/>
          <ac:spMkLst>
            <pc:docMk/>
            <pc:sldMk cId="1641729902" sldId="267"/>
            <ac:spMk id="2" creationId="{D51D3C99-A983-91FB-EC1E-1087FE43E7B0}"/>
          </ac:spMkLst>
        </pc:spChg>
        <pc:spChg chg="mod">
          <ac:chgData name="Aranda-Rodriguez, Ari" userId="S::aarandarodriguez@madisoncollege.edu::e72f93e4-ae32-46a6-af0c-6f25df5f4847" providerId="AD" clId="Web-{2F5CED89-8487-4D4D-BCB0-5C332BBC65DF}" dt="2026-04-08T23:35:01.958" v="173" actId="20577"/>
          <ac:spMkLst>
            <pc:docMk/>
            <pc:sldMk cId="1641729902" sldId="267"/>
            <ac:spMk id="3" creationId="{29E68062-BDDB-3971-C35F-6BC374C46120}"/>
          </ac:spMkLst>
        </pc:sp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49:42.442" v="180" actId="20577"/>
        <pc:sldMkLst>
          <pc:docMk/>
          <pc:sldMk cId="824745617" sldId="268"/>
        </pc:sldMkLst>
        <pc:spChg chg="mod">
          <ac:chgData name="Aranda-Rodriguez, Ari" userId="S::aarandarodriguez@madisoncollege.edu::e72f93e4-ae32-46a6-af0c-6f25df5f4847" providerId="AD" clId="Web-{2F5CED89-8487-4D4D-BCB0-5C332BBC65DF}" dt="2026-04-08T23:49:42.442" v="180" actId="20577"/>
          <ac:spMkLst>
            <pc:docMk/>
            <pc:sldMk cId="824745617" sldId="268"/>
            <ac:spMk id="2" creationId="{50FDF6AB-1FDA-D3D2-6B10-9C036267F3FB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8T23:49:00.598" v="175"/>
          <ac:picMkLst>
            <pc:docMk/>
            <pc:sldMk cId="824745617" sldId="268"/>
            <ac:picMk id="4" creationId="{628DB95E-2290-6BCF-7428-CC61C1CB38CD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8T23:51:13.646" v="187" actId="1076"/>
        <pc:sldMkLst>
          <pc:docMk/>
          <pc:sldMk cId="2660083727" sldId="269"/>
        </pc:sldMkLst>
        <pc:spChg chg="mod">
          <ac:chgData name="Aranda-Rodriguez, Ari" userId="S::aarandarodriguez@madisoncollege.edu::e72f93e4-ae32-46a6-af0c-6f25df5f4847" providerId="AD" clId="Web-{2F5CED89-8487-4D4D-BCB0-5C332BBC65DF}" dt="2026-04-08T23:51:13.646" v="187" actId="1076"/>
          <ac:spMkLst>
            <pc:docMk/>
            <pc:sldMk cId="2660083727" sldId="269"/>
            <ac:spMk id="2" creationId="{20214F17-D800-92B0-5BED-EC5F19F36784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8T23:50:55.505" v="182"/>
          <ac:picMkLst>
            <pc:docMk/>
            <pc:sldMk cId="2660083727" sldId="269"/>
            <ac:picMk id="4" creationId="{E2F152E7-EFA9-8F62-C199-8CA29101C511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23:43.179" v="193" actId="20577"/>
        <pc:sldMkLst>
          <pc:docMk/>
          <pc:sldMk cId="4266258030" sldId="270"/>
        </pc:sldMkLst>
        <pc:spChg chg="mod">
          <ac:chgData name="Aranda-Rodriguez, Ari" userId="S::aarandarodriguez@madisoncollege.edu::e72f93e4-ae32-46a6-af0c-6f25df5f4847" providerId="AD" clId="Web-{2F5CED89-8487-4D4D-BCB0-5C332BBC65DF}" dt="2026-04-09T00:23:43.179" v="193" actId="20577"/>
          <ac:spMkLst>
            <pc:docMk/>
            <pc:sldMk cId="4266258030" sldId="270"/>
            <ac:spMk id="2" creationId="{040B3C27-C95C-7DE5-F6F3-94739A7A8F8D}"/>
          </ac:spMkLst>
        </pc:spChg>
        <pc:spChg chg="del">
          <ac:chgData name="Aranda-Rodriguez, Ari" userId="S::aarandarodriguez@madisoncollege.edu::e72f93e4-ae32-46a6-af0c-6f25df5f4847" providerId="AD" clId="Web-{2F5CED89-8487-4D4D-BCB0-5C332BBC65DF}" dt="2026-04-09T00:23:37.617" v="189"/>
          <ac:spMkLst>
            <pc:docMk/>
            <pc:sldMk cId="4266258030" sldId="270"/>
            <ac:spMk id="3" creationId="{52B9E705-DD3D-2FD3-D435-53C626D90DC6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23:37.617" v="189"/>
          <ac:picMkLst>
            <pc:docMk/>
            <pc:sldMk cId="4266258030" sldId="270"/>
            <ac:picMk id="4" creationId="{56F8B13C-7F9F-2A23-37D7-934BF43D51B5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24:12.415" v="195"/>
        <pc:sldMkLst>
          <pc:docMk/>
          <pc:sldMk cId="3840589913" sldId="271"/>
        </pc:sldMkLst>
        <pc:spChg chg="del">
          <ac:chgData name="Aranda-Rodriguez, Ari" userId="S::aarandarodriguez@madisoncollege.edu::e72f93e4-ae32-46a6-af0c-6f25df5f4847" providerId="AD" clId="Web-{2F5CED89-8487-4D4D-BCB0-5C332BBC65DF}" dt="2026-04-09T00:24:12.415" v="195"/>
          <ac:spMkLst>
            <pc:docMk/>
            <pc:sldMk cId="3840589913" sldId="271"/>
            <ac:spMk id="3" creationId="{DACB584E-666E-E525-7752-6492C9A6B3CA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24:12.415" v="195"/>
          <ac:picMkLst>
            <pc:docMk/>
            <pc:sldMk cId="3840589913" sldId="271"/>
            <ac:picMk id="4" creationId="{896F4E3A-426F-7F93-660E-F11B1FE9E058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24:33.571" v="197"/>
        <pc:sldMkLst>
          <pc:docMk/>
          <pc:sldMk cId="1808994006" sldId="272"/>
        </pc:sldMkLst>
        <pc:spChg chg="del">
          <ac:chgData name="Aranda-Rodriguez, Ari" userId="S::aarandarodriguez@madisoncollege.edu::e72f93e4-ae32-46a6-af0c-6f25df5f4847" providerId="AD" clId="Web-{2F5CED89-8487-4D4D-BCB0-5C332BBC65DF}" dt="2026-04-09T00:24:33.571" v="197"/>
          <ac:spMkLst>
            <pc:docMk/>
            <pc:sldMk cId="1808994006" sldId="272"/>
            <ac:spMk id="3" creationId="{19814A6C-3A1D-D96B-9CC7-ABCAE5AC267B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24:33.571" v="197"/>
          <ac:picMkLst>
            <pc:docMk/>
            <pc:sldMk cId="1808994006" sldId="272"/>
            <ac:picMk id="4" creationId="{A9DCC155-406E-87BD-E24E-4FD20D26FC81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24:51.900" v="199"/>
        <pc:sldMkLst>
          <pc:docMk/>
          <pc:sldMk cId="2859458815" sldId="273"/>
        </pc:sldMkLst>
        <pc:spChg chg="del">
          <ac:chgData name="Aranda-Rodriguez, Ari" userId="S::aarandarodriguez@madisoncollege.edu::e72f93e4-ae32-46a6-af0c-6f25df5f4847" providerId="AD" clId="Web-{2F5CED89-8487-4D4D-BCB0-5C332BBC65DF}" dt="2026-04-09T00:24:51.900" v="199"/>
          <ac:spMkLst>
            <pc:docMk/>
            <pc:sldMk cId="2859458815" sldId="273"/>
            <ac:spMk id="3" creationId="{6BE27F66-BE19-47D7-6A35-D66EB1833113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24:51.900" v="199"/>
          <ac:picMkLst>
            <pc:docMk/>
            <pc:sldMk cId="2859458815" sldId="273"/>
            <ac:picMk id="4" creationId="{67885B11-BB6C-DEBC-1217-5BAFF1A98C83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39:39.625" v="215" actId="20577"/>
        <pc:sldMkLst>
          <pc:docMk/>
          <pc:sldMk cId="468245187" sldId="274"/>
        </pc:sldMkLst>
        <pc:spChg chg="mod">
          <ac:chgData name="Aranda-Rodriguez, Ari" userId="S::aarandarodriguez@madisoncollege.edu::e72f93e4-ae32-46a6-af0c-6f25df5f4847" providerId="AD" clId="Web-{2F5CED89-8487-4D4D-BCB0-5C332BBC65DF}" dt="2026-04-09T00:39:39.625" v="215" actId="20577"/>
          <ac:spMkLst>
            <pc:docMk/>
            <pc:sldMk cId="468245187" sldId="274"/>
            <ac:spMk id="2" creationId="{CDE006AD-1094-5C6D-45C7-6CC524672EBD}"/>
          </ac:spMkLst>
        </pc:spChg>
        <pc:spChg chg="del">
          <ac:chgData name="Aranda-Rodriguez, Ari" userId="S::aarandarodriguez@madisoncollege.edu::e72f93e4-ae32-46a6-af0c-6f25df5f4847" providerId="AD" clId="Web-{2F5CED89-8487-4D4D-BCB0-5C332BBC65DF}" dt="2026-04-09T00:37:12.071" v="201"/>
          <ac:spMkLst>
            <pc:docMk/>
            <pc:sldMk cId="468245187" sldId="274"/>
            <ac:spMk id="3" creationId="{852D45C6-BCF2-0D04-BD51-94286D343434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37:12.071" v="201"/>
          <ac:picMkLst>
            <pc:docMk/>
            <pc:sldMk cId="468245187" sldId="274"/>
            <ac:picMk id="4" creationId="{70DC9576-A35E-3279-D9E3-728EC1D8D290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39:46.251" v="217"/>
        <pc:sldMkLst>
          <pc:docMk/>
          <pc:sldMk cId="1641250355" sldId="275"/>
        </pc:sldMkLst>
        <pc:spChg chg="del">
          <ac:chgData name="Aranda-Rodriguez, Ari" userId="S::aarandarodriguez@madisoncollege.edu::e72f93e4-ae32-46a6-af0c-6f25df5f4847" providerId="AD" clId="Web-{2F5CED89-8487-4D4D-BCB0-5C332BBC65DF}" dt="2026-04-09T00:39:46.251" v="217"/>
          <ac:spMkLst>
            <pc:docMk/>
            <pc:sldMk cId="1641250355" sldId="275"/>
            <ac:spMk id="3" creationId="{D3A53FE6-3D3D-4C5A-11C2-4472DE26A0A6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39:46.251" v="217"/>
          <ac:picMkLst>
            <pc:docMk/>
            <pc:sldMk cId="1641250355" sldId="275"/>
            <ac:picMk id="4" creationId="{EE62819F-9088-EB73-17E5-48B63DA8F2CC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40:27.237" v="219"/>
        <pc:sldMkLst>
          <pc:docMk/>
          <pc:sldMk cId="2879468197" sldId="276"/>
        </pc:sldMkLst>
        <pc:spChg chg="del">
          <ac:chgData name="Aranda-Rodriguez, Ari" userId="S::aarandarodriguez@madisoncollege.edu::e72f93e4-ae32-46a6-af0c-6f25df5f4847" providerId="AD" clId="Web-{2F5CED89-8487-4D4D-BCB0-5C332BBC65DF}" dt="2026-04-09T00:40:27.237" v="219"/>
          <ac:spMkLst>
            <pc:docMk/>
            <pc:sldMk cId="2879468197" sldId="276"/>
            <ac:spMk id="3" creationId="{D15A97F6-D6D3-9258-A9A2-40F34108C909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40:27.237" v="219"/>
          <ac:picMkLst>
            <pc:docMk/>
            <pc:sldMk cId="2879468197" sldId="276"/>
            <ac:picMk id="4" creationId="{5310FFC2-4508-6A10-CC18-FFBEA9D3752D}"/>
          </ac:picMkLst>
        </pc:picChg>
      </pc:sldChg>
      <pc:sldChg chg="addSp delSp modSp new">
        <pc:chgData name="Aranda-Rodriguez, Ari" userId="S::aarandarodriguez@madisoncollege.edu::e72f93e4-ae32-46a6-af0c-6f25df5f4847" providerId="AD" clId="Web-{2F5CED89-8487-4D4D-BCB0-5C332BBC65DF}" dt="2026-04-09T00:41:04.300" v="221"/>
        <pc:sldMkLst>
          <pc:docMk/>
          <pc:sldMk cId="1679315957" sldId="277"/>
        </pc:sldMkLst>
        <pc:spChg chg="del">
          <ac:chgData name="Aranda-Rodriguez, Ari" userId="S::aarandarodriguez@madisoncollege.edu::e72f93e4-ae32-46a6-af0c-6f25df5f4847" providerId="AD" clId="Web-{2F5CED89-8487-4D4D-BCB0-5C332BBC65DF}" dt="2026-04-09T00:41:04.300" v="221"/>
          <ac:spMkLst>
            <pc:docMk/>
            <pc:sldMk cId="1679315957" sldId="277"/>
            <ac:spMk id="3" creationId="{789F3321-EDB2-2F2A-34E5-CB380986116B}"/>
          </ac:spMkLst>
        </pc:spChg>
        <pc:picChg chg="add mod ord">
          <ac:chgData name="Aranda-Rodriguez, Ari" userId="S::aarandarodriguez@madisoncollege.edu::e72f93e4-ae32-46a6-af0c-6f25df5f4847" providerId="AD" clId="Web-{2F5CED89-8487-4D4D-BCB0-5C332BBC65DF}" dt="2026-04-09T00:41:04.300" v="221"/>
          <ac:picMkLst>
            <pc:docMk/>
            <pc:sldMk cId="1679315957" sldId="277"/>
            <ac:picMk id="4" creationId="{84619091-8A6C-08C8-FB86-19773E716D12}"/>
          </ac:picMkLst>
        </pc:picChg>
      </pc:sldChg>
    </pc:docChg>
  </pc:docChgLst>
  <pc:docChgLst>
    <pc:chgData name="Bhuiyan, Jobayer A" userId="c537c22d-720c-4cfb-817c-9edc3ac16a57" providerId="ADAL" clId="{4CA3B4E3-BB4D-556B-9674-56AC0DAB1221}"/>
    <pc:docChg chg="custSel modSld">
      <pc:chgData name="Bhuiyan, Jobayer A" userId="c537c22d-720c-4cfb-817c-9edc3ac16a57" providerId="ADAL" clId="{4CA3B4E3-BB4D-556B-9674-56AC0DAB1221}" dt="2026-04-10T04:44:56.986" v="0" actId="21"/>
      <pc:docMkLst>
        <pc:docMk/>
      </pc:docMkLst>
      <pc:sldChg chg="addSp delSp modSp mod">
        <pc:chgData name="Bhuiyan, Jobayer A" userId="c537c22d-720c-4cfb-817c-9edc3ac16a57" providerId="ADAL" clId="{4CA3B4E3-BB4D-556B-9674-56AC0DAB1221}" dt="2026-04-10T04:44:56.986" v="0" actId="21"/>
        <pc:sldMkLst>
          <pc:docMk/>
          <pc:sldMk cId="4123485945" sldId="259"/>
        </pc:sldMkLst>
        <pc:spChg chg="add mod">
          <ac:chgData name="Bhuiyan, Jobayer A" userId="c537c22d-720c-4cfb-817c-9edc3ac16a57" providerId="ADAL" clId="{4CA3B4E3-BB4D-556B-9674-56AC0DAB1221}" dt="2026-04-10T04:44:56.986" v="0" actId="21"/>
          <ac:spMkLst>
            <pc:docMk/>
            <pc:sldMk cId="4123485945" sldId="259"/>
            <ac:spMk id="5" creationId="{47A61027-FF5A-9101-A2B0-1C5569EE5D01}"/>
          </ac:spMkLst>
        </pc:spChg>
        <pc:picChg chg="del">
          <ac:chgData name="Bhuiyan, Jobayer A" userId="c537c22d-720c-4cfb-817c-9edc3ac16a57" providerId="ADAL" clId="{4CA3B4E3-BB4D-556B-9674-56AC0DAB1221}" dt="2026-04-10T04:44:56.986" v="0" actId="21"/>
          <ac:picMkLst>
            <pc:docMk/>
            <pc:sldMk cId="4123485945" sldId="259"/>
            <ac:picMk id="4" creationId="{003EA52A-9D6E-BD3F-CD8D-A022EC3273BC}"/>
          </ac:picMkLst>
        </pc:picChg>
      </pc:sldChg>
    </pc:docChg>
  </pc:docChgLst>
  <pc:docChgLst>
    <pc:chgData name="Bhuiyan, Jobayer A" userId="S::jbhuiyan@madisoncollege.edu::c537c22d-720c-4cfb-817c-9edc3ac16a57" providerId="AD" clId="Web-{A3E468E6-33E2-31B9-33D7-C8B6A6507655}"/>
    <pc:docChg chg="modSld">
      <pc:chgData name="Bhuiyan, Jobayer A" userId="S::jbhuiyan@madisoncollege.edu::c537c22d-720c-4cfb-817c-9edc3ac16a57" providerId="AD" clId="Web-{A3E468E6-33E2-31B9-33D7-C8B6A6507655}" dt="2026-04-08T22:43:32.419" v="13" actId="20577"/>
      <pc:docMkLst>
        <pc:docMk/>
      </pc:docMkLst>
      <pc:sldChg chg="modSp">
        <pc:chgData name="Bhuiyan, Jobayer A" userId="S::jbhuiyan@madisoncollege.edu::c537c22d-720c-4cfb-817c-9edc3ac16a57" providerId="AD" clId="Web-{A3E468E6-33E2-31B9-33D7-C8B6A6507655}" dt="2026-04-08T22:43:32.419" v="13" actId="20577"/>
        <pc:sldMkLst>
          <pc:docMk/>
          <pc:sldMk cId="109857222" sldId="256"/>
        </pc:sldMkLst>
        <pc:spChg chg="mod">
          <ac:chgData name="Bhuiyan, Jobayer A" userId="S::jbhuiyan@madisoncollege.edu::c537c22d-720c-4cfb-817c-9edc3ac16a57" providerId="AD" clId="Web-{A3E468E6-33E2-31B9-33D7-C8B6A6507655}" dt="2026-04-08T22:43:18.325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huiyan, Jobayer A" userId="S::jbhuiyan@madisoncollege.edu::c537c22d-720c-4cfb-817c-9edc3ac16a57" providerId="AD" clId="Web-{A3E468E6-33E2-31B9-33D7-C8B6A6507655}" dt="2026-04-08T22:43:32.419" v="1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Bhuiyan, Jobayer A" userId="S::jbhuiyan@madisoncollege.edu::c537c22d-720c-4cfb-817c-9edc3ac16a57" providerId="AD" clId="Web-{9BB6C220-8B0F-4311-4DB4-146A97DAAB99}"/>
    <pc:docChg chg="addSld">
      <pc:chgData name="Bhuiyan, Jobayer A" userId="S::jbhuiyan@madisoncollege.edu::c537c22d-720c-4cfb-817c-9edc3ac16a57" providerId="AD" clId="Web-{9BB6C220-8B0F-4311-4DB4-146A97DAAB99}" dt="2026-04-08T22:44:26.233" v="0"/>
      <pc:docMkLst>
        <pc:docMk/>
      </pc:docMkLst>
      <pc:sldChg chg="new">
        <pc:chgData name="Bhuiyan, Jobayer A" userId="S::jbhuiyan@madisoncollege.edu::c537c22d-720c-4cfb-817c-9edc3ac16a57" providerId="AD" clId="Web-{9BB6C220-8B0F-4311-4DB4-146A97DAAB99}" dt="2026-04-08T22:44:26.233" v="0"/>
        <pc:sldMkLst>
          <pc:docMk/>
          <pc:sldMk cId="412828533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Jobayer</a:t>
            </a:r>
            <a:r>
              <a:rPr lang="en-US"/>
              <a:t> &amp; Ari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C7DB-901E-30DF-3EF0-424D13E5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Topography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1D3B7-3D0F-6DFA-4DC8-DB7AE2A74318}"/>
              </a:ext>
            </a:extLst>
          </p:cNvPr>
          <p:cNvSpPr txBox="1"/>
          <p:nvPr/>
        </p:nvSpPr>
        <p:spPr>
          <a:xfrm>
            <a:off x="10437777" y="6603709"/>
            <a:ext cx="1148382" cy="276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A61027-FF5A-9101-A2B0-1C5569EE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5F929-8E12-AF2B-BAE9-47A561CF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 of attack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9FF826-A835-2E16-A07E-0A0C300F75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801" y="2551145"/>
          <a:ext cx="10668007" cy="3492746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777282">
                  <a:extLst>
                    <a:ext uri="{9D8B030D-6E8A-4147-A177-3AD203B41FA5}">
                      <a16:colId xmlns:a16="http://schemas.microsoft.com/office/drawing/2014/main" val="3232944504"/>
                    </a:ext>
                  </a:extLst>
                </a:gridCol>
                <a:gridCol w="1777282">
                  <a:extLst>
                    <a:ext uri="{9D8B030D-6E8A-4147-A177-3AD203B41FA5}">
                      <a16:colId xmlns:a16="http://schemas.microsoft.com/office/drawing/2014/main" val="2152826990"/>
                    </a:ext>
                  </a:extLst>
                </a:gridCol>
                <a:gridCol w="1777282">
                  <a:extLst>
                    <a:ext uri="{9D8B030D-6E8A-4147-A177-3AD203B41FA5}">
                      <a16:colId xmlns:a16="http://schemas.microsoft.com/office/drawing/2014/main" val="1736588423"/>
                    </a:ext>
                  </a:extLst>
                </a:gridCol>
                <a:gridCol w="1781597">
                  <a:extLst>
                    <a:ext uri="{9D8B030D-6E8A-4147-A177-3AD203B41FA5}">
                      <a16:colId xmlns:a16="http://schemas.microsoft.com/office/drawing/2014/main" val="377929383"/>
                    </a:ext>
                  </a:extLst>
                </a:gridCol>
                <a:gridCol w="1777282">
                  <a:extLst>
                    <a:ext uri="{9D8B030D-6E8A-4147-A177-3AD203B41FA5}">
                      <a16:colId xmlns:a16="http://schemas.microsoft.com/office/drawing/2014/main" val="4044228301"/>
                    </a:ext>
                  </a:extLst>
                </a:gridCol>
                <a:gridCol w="1777282">
                  <a:extLst>
                    <a:ext uri="{9D8B030D-6E8A-4147-A177-3AD203B41FA5}">
                      <a16:colId xmlns:a16="http://schemas.microsoft.com/office/drawing/2014/main" val="3455166918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Time (UTC)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Source IP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Destination IP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Event Description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Significance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48465"/>
                  </a:ext>
                </a:extLst>
              </a:tr>
              <a:tr h="87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2021-06-19 19:40:36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Initial Access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10.8.19.101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185.244.41.29:80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HTTP request to dotted-quad IP (PDF lure)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Suspicious IP-based delivery (no domain)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472607"/>
                  </a:ext>
                </a:extLst>
              </a:tr>
              <a:tr h="87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2021-06-19 19:40:36</a:t>
                      </a:r>
                    </a:p>
                  </a:txBody>
                  <a:tcPr marL="120546" marR="92728" marT="92728" marB="927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Payload Delivery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10.8.19.101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185.244.41.29:80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PE EXE/DLL downloaded over HTTP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Malicious file successfully retrieved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007851"/>
                  </a:ext>
                </a:extLst>
              </a:tr>
              <a:tr h="65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2021-06-19 19:40:57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TLS Communication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10.8.19.101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46.99.175.149:443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Encrypted session established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Possible staging or callback traffic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4931"/>
                  </a:ext>
                </a:extLst>
              </a:tr>
              <a:tr h="65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2021-06-19 19:40:58</a:t>
                      </a:r>
                    </a:p>
                  </a:txBody>
                  <a:tcPr marL="120546" marR="92728" marT="92728" marB="927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Recon Prep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10.8.19.101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api.ipify.org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External IP lookup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Host identifying public-facing IP</a:t>
                      </a:r>
                    </a:p>
                  </a:txBody>
                  <a:tcPr marL="120546" marR="92728" marT="92728" marB="927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58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28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C73DA-1496-F8F8-2991-256AF660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US" sz="4000"/>
              <a:t>Timeline Cntd.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B05901-5629-89E2-00CB-ABADAFB73B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5668" y="3058656"/>
          <a:ext cx="10383434" cy="30466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58437">
                  <a:extLst>
                    <a:ext uri="{9D8B030D-6E8A-4147-A177-3AD203B41FA5}">
                      <a16:colId xmlns:a16="http://schemas.microsoft.com/office/drawing/2014/main" val="2276246369"/>
                    </a:ext>
                  </a:extLst>
                </a:gridCol>
                <a:gridCol w="1300623">
                  <a:extLst>
                    <a:ext uri="{9D8B030D-6E8A-4147-A177-3AD203B41FA5}">
                      <a16:colId xmlns:a16="http://schemas.microsoft.com/office/drawing/2014/main" val="2329235739"/>
                    </a:ext>
                  </a:extLst>
                </a:gridCol>
                <a:gridCol w="1254493">
                  <a:extLst>
                    <a:ext uri="{9D8B030D-6E8A-4147-A177-3AD203B41FA5}">
                      <a16:colId xmlns:a16="http://schemas.microsoft.com/office/drawing/2014/main" val="2450981835"/>
                    </a:ext>
                  </a:extLst>
                </a:gridCol>
                <a:gridCol w="1549310">
                  <a:extLst>
                    <a:ext uri="{9D8B030D-6E8A-4147-A177-3AD203B41FA5}">
                      <a16:colId xmlns:a16="http://schemas.microsoft.com/office/drawing/2014/main" val="3730200707"/>
                    </a:ext>
                  </a:extLst>
                </a:gridCol>
                <a:gridCol w="2590926">
                  <a:extLst>
                    <a:ext uri="{9D8B030D-6E8A-4147-A177-3AD203B41FA5}">
                      <a16:colId xmlns:a16="http://schemas.microsoft.com/office/drawing/2014/main" val="3367552601"/>
                    </a:ext>
                  </a:extLst>
                </a:gridCol>
                <a:gridCol w="2229645">
                  <a:extLst>
                    <a:ext uri="{9D8B030D-6E8A-4147-A177-3AD203B41FA5}">
                      <a16:colId xmlns:a16="http://schemas.microsoft.com/office/drawing/2014/main" val="3955105363"/>
                    </a:ext>
                  </a:extLst>
                </a:gridCol>
              </a:tblGrid>
              <a:tr h="274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Time (UTC)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Stage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Source IP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Destination IP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Event Description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Significance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62460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19:44:17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C2 Beaconing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103.148.41.195:443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HTTPS communication begins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Establishes TrickBot C2 channel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809568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19:45:38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Data Exfiltration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External (POST)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Suspicious POST with process names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System/process data being exfiltrated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63179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19:45:38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Host Recon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External (POST)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Commands: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ipconfig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netstat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net view</a:t>
                      </a:r>
                      <a:endParaRPr lang="en-US" sz="1200"/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Internal network enumeration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99972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19:45:39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Malware Activity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External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TrickBot data exfiltration detected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Confirmed malware behavior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72543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19:45:43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C2 Response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103.148.41.195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TrickBot check-in response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Active bidirectional C2 control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584048"/>
                  </a:ext>
                </a:extLst>
              </a:tr>
              <a:tr h="46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2021-06-19 20:01+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Persistence / Beaconing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10.8.19.101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46.99.175.149:443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Repeated encrypted traffic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Ongoing communication with infrastructure</a:t>
                      </a:r>
                    </a:p>
                  </a:txBody>
                  <a:tcPr marL="62432" marR="62432" marT="31216" marB="312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59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10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3C99-A983-91FB-EC1E-1087FE43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to answer: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8062-BDDB-3971-C35F-6BC374C4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Initial Injection: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Downloaded pdf file but was .exe</a:t>
            </a:r>
          </a:p>
          <a:p>
            <a:r>
              <a:rPr lang="en-US"/>
              <a:t>File type: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Pdf/.exe</a:t>
            </a:r>
          </a:p>
          <a:p>
            <a:r>
              <a:rPr lang="en-US"/>
              <a:t>Where from/to which workstation: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185.244.41.29 to 10.8.19.101 [DESKTOP-M1]</a:t>
            </a:r>
          </a:p>
          <a:p>
            <a:r>
              <a:rPr lang="en-US"/>
              <a:t>Proof of Recon:</a:t>
            </a:r>
          </a:p>
          <a:p>
            <a:r>
              <a:rPr lang="en-US"/>
              <a:t>Exfiltration? (maybe encoded)</a:t>
            </a:r>
          </a:p>
          <a:p>
            <a:r>
              <a:rPr lang="en-US"/>
              <a:t>Name of malware:</a:t>
            </a:r>
          </a:p>
        </p:txBody>
      </p:sp>
    </p:spTree>
    <p:extLst>
      <p:ext uri="{BB962C8B-B14F-4D97-AF65-F5344CB8AC3E}">
        <p14:creationId xmlns:p14="http://schemas.microsoft.com/office/powerpoint/2010/main" val="164172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6F2-9DE3-A610-D112-9586D79C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354A51-0771-6483-133F-9C1C8D83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5271"/>
            <a:ext cx="10515600" cy="37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9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E12D-1F02-9E54-C1A1-9E4709D1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A29CC4-0C19-89DA-76CD-EA7AE2EF3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262" y="2515394"/>
            <a:ext cx="87534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9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45C9-35D3-3E79-3408-E9179148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EFB903-78D2-BEEA-5D70-B2A0A2EF1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934" y="1825625"/>
            <a:ext cx="86381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5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10D8-EBCB-F8A5-B79E-CF24FD0A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523538-CCA8-4F59-8A0C-FB3993A10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3245" y="1825625"/>
            <a:ext cx="69055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8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F04C-590C-E95D-B076-A70047E6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not malicious but file hash for ooiwv.pdf is flagged as </a:t>
            </a:r>
            <a:r>
              <a:rPr lang="en-US" err="1"/>
              <a:t>trogan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F86715-B5BE-FF70-1C06-5383064BD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7609"/>
            <a:ext cx="10515600" cy="34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5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89D5-F0B2-8CD2-4CFC-3CCA9CA6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type: .exe</a:t>
            </a:r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5B48403-C15F-F131-2F80-424056E9C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983" y="2031828"/>
            <a:ext cx="670560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7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6BC38-26D9-0F87-A487-58E03CF1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Pdf imported via curl?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48AB3A-B04B-DC59-CDA7-D264B06C3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0825" y="3282156"/>
            <a:ext cx="6610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F6AB-1FDA-D3D2-6B10-9C036267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2. </a:t>
            </a:r>
            <a:r>
              <a:rPr lang="en-US" sz="1600" b="1"/>
              <a:t>DNS Activity (Environment Awareness / Setup)</a:t>
            </a:r>
            <a:endParaRPr lang="en-US" sz="1600"/>
          </a:p>
          <a:p>
            <a:r>
              <a:rPr lang="en-US" sz="1600">
                <a:latin typeface="Consolas"/>
              </a:rPr>
              <a:t>10.8.19.101 → 10.8.19.8 : DNS query wpad.fuzzylizards.com</a:t>
            </a:r>
            <a:r>
              <a:rPr lang="en-US" sz="1600">
                <a:ea typeface="+mj-lt"/>
                <a:cs typeface="+mj-lt"/>
              </a:rPr>
              <a:t> </a:t>
            </a:r>
            <a:endParaRPr lang="en-US" sz="1600"/>
          </a:p>
          <a:p>
            <a:r>
              <a:rPr lang="en-US" sz="1600">
                <a:latin typeface="Consolas"/>
              </a:rPr>
              <a:t>→ Response: No such name</a:t>
            </a:r>
            <a:r>
              <a:rPr lang="en-US" sz="1600">
                <a:ea typeface="+mj-lt"/>
                <a:cs typeface="+mj-lt"/>
              </a:rPr>
              <a:t> </a:t>
            </a:r>
            <a:endParaRPr lang="en-US" sz="1600"/>
          </a:p>
          <a:p>
            <a:r>
              <a:rPr lang="en-US" sz="1600">
                <a:latin typeface="Consolas"/>
              </a:rPr>
              <a:t>→ Query: </a:t>
            </a:r>
            <a:r>
              <a:rPr lang="en-US" sz="1600" err="1">
                <a:latin typeface="Consolas"/>
              </a:rPr>
              <a:t>wpad.localdomain</a:t>
            </a:r>
            <a:endParaRPr lang="en-US" sz="1600"/>
          </a:p>
          <a:p>
            <a:endParaRPr lang="en-US" sz="16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8DB95E-2290-6BCF-7428-CC61C1CB3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24994"/>
            <a:ext cx="10515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45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4F17-D800-92B0-5BED-EC5F19F3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299"/>
            <a:ext cx="105156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600" b="1"/>
              <a:t>Immediate Outbound Encrypted Traffic (C2 Initiation)</a:t>
            </a:r>
            <a:endParaRPr lang="en-US" sz="1600"/>
          </a:p>
          <a:p>
            <a:r>
              <a:rPr lang="en-US" sz="1600">
                <a:latin typeface="Consolas"/>
              </a:rPr>
              <a:t>10.8.19.101 ↔ 20.190.154.18 : TLSv1.2 (port 443)</a:t>
            </a:r>
            <a:r>
              <a:rPr lang="en-US" sz="1600">
                <a:ea typeface="+mj-lt"/>
                <a:cs typeface="+mj-lt"/>
              </a:rPr>
              <a:t> 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Multiple </a:t>
            </a:r>
            <a:r>
              <a:rPr lang="en-US" sz="1600">
                <a:latin typeface="Consolas"/>
              </a:rPr>
              <a:t>Application Data</a:t>
            </a:r>
            <a:r>
              <a:rPr lang="en-US" sz="1600">
                <a:ea typeface="+mj-lt"/>
                <a:cs typeface="+mj-lt"/>
              </a:rPr>
              <a:t> packets 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👉 This is critical: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The infected host quickly establishes </a:t>
            </a:r>
            <a:r>
              <a:rPr lang="en-US" sz="1600" b="1">
                <a:ea typeface="+mj-lt"/>
                <a:cs typeface="+mj-lt"/>
              </a:rPr>
              <a:t>encrypted outbound communication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This IP (Microsoft-owned range) may be: 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Legitimate traffic blending (living off the land) </a:t>
            </a:r>
            <a:endParaRPr lang="en-US" sz="1600"/>
          </a:p>
          <a:p>
            <a:r>
              <a:rPr lang="en-US" sz="1600">
                <a:ea typeface="+mj-lt"/>
                <a:cs typeface="+mj-lt"/>
              </a:rPr>
              <a:t>OR staging / proxying behavior</a:t>
            </a:r>
            <a:endParaRPr lang="en-US" sz="1600"/>
          </a:p>
          <a:p>
            <a:endParaRPr lang="en-US" sz="16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F152E7-EFA9-8F62-C199-8CA29101C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72032"/>
            <a:ext cx="10515600" cy="165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83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3C27-C95C-7DE5-F6F3-94739A7A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Evidence of data exfiltration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F8B13C-7F9F-2A23-37D7-934BF43D5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550" y="2582069"/>
            <a:ext cx="94869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5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B985-DCF9-C256-926A-1C2427FF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6F4E3A-426F-7F93-660E-F11B1FE9E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501" y="1825625"/>
            <a:ext cx="76669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89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F8CC-CFFB-89F9-3DE9-39B0D57B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DCC155-406E-87BD-E24E-4FD20D26F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851" y="1825625"/>
            <a:ext cx="62182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94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33B2-5B9F-C574-BBE2-52534F8F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885B11-BB6C-DEBC-1217-5BAFF1A98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750" y="2077244"/>
            <a:ext cx="70485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58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06AD-1094-5C6D-45C7-6CC52467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Ip address from the </a:t>
            </a:r>
            <a:r>
              <a:rPr lang="en-US" dirty="0" err="1"/>
              <a:t>infectd</a:t>
            </a:r>
            <a:r>
              <a:rPr lang="en-US" dirty="0"/>
              <a:t> workstation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DC9576-A35E-3279-D9E3-728EC1D8D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175" y="2591594"/>
            <a:ext cx="93916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45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8B15-4B85-0CC8-0E9F-D0EE79EF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62819F-9088-EB73-17E5-48B63DA8F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722" y="1825625"/>
            <a:ext cx="91825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50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7052-7B52-25BB-3E18-665204CF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10FFC2-4508-6A10-CC18-FFBEA9D37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137" y="2548731"/>
            <a:ext cx="92297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68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6FC1-809A-D97F-05FD-B23BA0DA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19091-8A6C-08C8-FB86-19773E716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982" y="1825625"/>
            <a:ext cx="61540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15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BC3A-ED7F-1B66-4541-8F3A233E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F4633DEE-3EC0-30BA-6615-7C11F2DC8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0887" y="3220244"/>
            <a:ext cx="5610225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D4118B-D612-5FE9-74C1-6225F1E4DCB1}"/>
              </a:ext>
            </a:extLst>
          </p:cNvPr>
          <p:cNvSpPr txBox="1"/>
          <p:nvPr/>
        </p:nvSpPr>
        <p:spPr>
          <a:xfrm>
            <a:off x="6537158" y="6176212"/>
            <a:ext cx="5514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JB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57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29A57-A33C-5861-DC96-86A1C6A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793F3-45D8-00DC-7255-B6CA16E28E60}"/>
              </a:ext>
            </a:extLst>
          </p:cNvPr>
          <p:cNvSpPr txBox="1"/>
          <p:nvPr/>
        </p:nvSpPr>
        <p:spPr>
          <a:xfrm>
            <a:off x="10758619" y="6593683"/>
            <a:ext cx="606961" cy="3670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E2A56A-C53A-4C72-7684-5A370E0C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93" y="2421924"/>
            <a:ext cx="4948195" cy="3711146"/>
          </a:xfrm>
          <a:prstGeom prst="rect">
            <a:avLst/>
          </a:prstGeo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EA9A33-C48F-A2FD-E1FB-57E0C455E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8394" y="3127798"/>
            <a:ext cx="5167185" cy="229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00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65F4F-6555-C2AD-FBED-5B7366DA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53119-1215-8CA1-495F-2B0D01FCE5BF}"/>
              </a:ext>
            </a:extLst>
          </p:cNvPr>
          <p:cNvSpPr txBox="1"/>
          <p:nvPr/>
        </p:nvSpPr>
        <p:spPr>
          <a:xfrm>
            <a:off x="9705855" y="6353051"/>
            <a:ext cx="1830171" cy="50744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A43C10-54D9-CA76-3597-09E7E1C07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423769"/>
            <a:ext cx="5167185" cy="3707455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B7F224-DEA6-1492-C6F4-2AA21CEFD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8394" y="3127798"/>
            <a:ext cx="5167185" cy="229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31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6C4F-0060-48D1-B423-FA05EB1D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20F238-D103-402C-506E-68F633E70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845" y="3701757"/>
            <a:ext cx="10325100" cy="176212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1ADBAC-2952-81A4-ED9F-944177F75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13" y="1709738"/>
            <a:ext cx="9629775" cy="1914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07610F-0AE9-477F-1661-CD07B4E121B8}"/>
              </a:ext>
            </a:extLst>
          </p:cNvPr>
          <p:cNvSpPr txBox="1"/>
          <p:nvPr/>
        </p:nvSpPr>
        <p:spPr>
          <a:xfrm>
            <a:off x="9665749" y="6363077"/>
            <a:ext cx="1679777" cy="49741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45657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B0DFE-9424-3503-AA95-2C97D1E0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109FB0-A34B-064C-AA3C-B22199067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991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D631BD-FCBE-4952-8E71-6EBF33366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" b="554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4CA17-4FC4-9749-45F3-23564DCC3FE5}"/>
              </a:ext>
            </a:extLst>
          </p:cNvPr>
          <p:cNvSpPr txBox="1"/>
          <p:nvPr/>
        </p:nvSpPr>
        <p:spPr>
          <a:xfrm>
            <a:off x="9705855" y="6353051"/>
            <a:ext cx="1830171" cy="50744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02832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41C7-FA46-7B11-A8C2-9ADCF5DA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03880D-307A-5A5E-CB58-C4DF93C68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075" y="3941136"/>
            <a:ext cx="7943850" cy="2667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6BE511-4BE9-F8A6-CE69-645A9F42E191}"/>
              </a:ext>
            </a:extLst>
          </p:cNvPr>
          <p:cNvSpPr txBox="1"/>
          <p:nvPr/>
        </p:nvSpPr>
        <p:spPr>
          <a:xfrm>
            <a:off x="10437777" y="6603709"/>
            <a:ext cx="1148382" cy="276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7B8756-61CB-AC29-AE18-09F219B3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16" y="1444792"/>
            <a:ext cx="6678028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380</Words>
  <Application>Microsoft Macintosh PowerPoint</Application>
  <PresentationFormat>Widescreen</PresentationFormat>
  <Paragraphs>111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Courier New</vt:lpstr>
      <vt:lpstr>office theme</vt:lpstr>
      <vt:lpstr>Week 11</vt:lpstr>
      <vt:lpstr>Network Topography</vt:lpstr>
      <vt:lpstr>Timeline of attack</vt:lpstr>
      <vt:lpstr>Timeline Cntd.</vt:lpstr>
      <vt:lpstr>Questions to answer:</vt:lpstr>
      <vt:lpstr>PowerPoint Presentation</vt:lpstr>
      <vt:lpstr>PowerPoint Presentation</vt:lpstr>
      <vt:lpstr>PowerPoint Presentation</vt:lpstr>
      <vt:lpstr>PowerPoint Presentation</vt:lpstr>
      <vt:lpstr>Ip not malicious but file hash for ooiwv.pdf is flagged as trogan</vt:lpstr>
      <vt:lpstr>File type: .exe</vt:lpstr>
      <vt:lpstr>Pdf imported via curl?</vt:lpstr>
      <vt:lpstr>2. DNS Activity (Environment Awareness / Setup) 10.8.19.101 → 10.8.19.8 : DNS query wpad.fuzzylizards.com  → Response: No such name  → Query: wpad.localdomain </vt:lpstr>
      <vt:lpstr>Immediate Outbound Encrypted Traffic (C2 Initiation) 10.8.19.101 ↔ 20.190.154.18 : TLSv1.2 (port 443)  Multiple Application Data packets  👉 This is critical: The infected host quickly establishes encrypted outbound communication This IP (Microsoft-owned range) may be:  Legitimate traffic blending (living off the land)  OR staging / proxying behavior </vt:lpstr>
      <vt:lpstr>Evidence of data exfiltration</vt:lpstr>
      <vt:lpstr>PowerPoint Presentation</vt:lpstr>
      <vt:lpstr>PowerPoint Presentation</vt:lpstr>
      <vt:lpstr>PowerPoint Presentation</vt:lpstr>
      <vt:lpstr>External Ip address from the infectd workstation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Bhuiyan, Jobayer A</cp:lastModifiedBy>
  <cp:revision>32</cp:revision>
  <dcterms:created xsi:type="dcterms:W3CDTF">2026-04-08T22:41:58Z</dcterms:created>
  <dcterms:modified xsi:type="dcterms:W3CDTF">2026-04-10T04:45:07Z</dcterms:modified>
</cp:coreProperties>
</file>