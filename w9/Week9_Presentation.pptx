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60" r:id="rId4"/>
    <p:sldId id="257" r:id="rId5"/>
    <p:sldId id="258" r:id="rId6"/>
    <p:sldId id="261" r:id="rId7"/>
    <p:sldId id="263" r:id="rId8"/>
    <p:sldId id="275" r:id="rId9"/>
    <p:sldId id="273" r:id="rId10"/>
    <p:sldId id="277" r:id="rId11"/>
    <p:sldId id="262" r:id="rId12"/>
    <p:sldId id="276" r:id="rId13"/>
    <p:sldId id="269" r:id="rId14"/>
    <p:sldId id="270" r:id="rId15"/>
    <p:sldId id="271" r:id="rId16"/>
    <p:sldId id="272" r:id="rId17"/>
    <p:sldId id="264" r:id="rId18"/>
    <p:sldId id="266" r:id="rId19"/>
    <p:sldId id="26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114A19-5F74-3E4B-8458-6EE217806390}" v="12" dt="2026-04-03T04:24:43.287"/>
    <p1510:client id="{8F9555DE-716F-4D6B-A8FF-2A8327BBA9CA}" v="56" dt="2026-04-02T20:41:25.637"/>
    <p1510:client id="{96AD75C2-2E16-49DB-B920-EAA8DE0E7E5B}" v="1" dt="2026-04-02T13:39:30.718"/>
    <p1510:client id="{E91A93AE-E36D-4236-AA2A-7729E8A1B5D4}" v="16" dt="2026-04-02T14:42:48.9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anda-Rodriguez, Ari" userId="S::aarandarodriguez@madisoncollege.edu::e72f93e4-ae32-46a6-af0c-6f25df5f4847" providerId="AD" clId="Web-{190742A8-E733-496B-99B2-3ADC5670EB46}"/>
    <pc:docChg chg="addSld delSld modSld">
      <pc:chgData name="Aranda-Rodriguez, Ari" userId="S::aarandarodriguez@madisoncollege.edu::e72f93e4-ae32-46a6-af0c-6f25df5f4847" providerId="AD" clId="Web-{190742A8-E733-496B-99B2-3ADC5670EB46}" dt="2026-04-02T01:09:01.040" v="81"/>
      <pc:docMkLst>
        <pc:docMk/>
      </pc:docMkLst>
      <pc:sldChg chg="addSp delSp modSp mod setBg">
        <pc:chgData name="Aranda-Rodriguez, Ari" userId="S::aarandarodriguez@madisoncollege.edu::e72f93e4-ae32-46a6-af0c-6f25df5f4847" providerId="AD" clId="Web-{190742A8-E733-496B-99B2-3ADC5670EB46}" dt="2026-04-01T23:28:01.108" v="14" actId="20577"/>
        <pc:sldMkLst>
          <pc:docMk/>
          <pc:sldMk cId="1390867346" sldId="257"/>
        </pc:sldMkLst>
        <pc:spChg chg="mod">
          <ac:chgData name="Aranda-Rodriguez, Ari" userId="S::aarandarodriguez@madisoncollege.edu::e72f93e4-ae32-46a6-af0c-6f25df5f4847" providerId="AD" clId="Web-{190742A8-E733-496B-99B2-3ADC5670EB46}" dt="2026-04-01T23:27:14.623" v="12"/>
          <ac:spMkLst>
            <pc:docMk/>
            <pc:sldMk cId="1390867346" sldId="257"/>
            <ac:spMk id="2" creationId="{43A7F43A-3ABC-8341-4A2A-FBBE95436FCE}"/>
          </ac:spMkLst>
        </pc:spChg>
        <pc:spChg chg="add mod">
          <ac:chgData name="Aranda-Rodriguez, Ari" userId="S::aarandarodriguez@madisoncollege.edu::e72f93e4-ae32-46a6-af0c-6f25df5f4847" providerId="AD" clId="Web-{190742A8-E733-496B-99B2-3ADC5670EB46}" dt="2026-04-01T23:28:01.108" v="14" actId="20577"/>
          <ac:spMkLst>
            <pc:docMk/>
            <pc:sldMk cId="1390867346" sldId="257"/>
            <ac:spMk id="8" creationId="{8F81FD4C-3730-49CA-CFF4-92BDD60E9CA1}"/>
          </ac:spMkLst>
        </pc:spChg>
        <pc:spChg chg="add">
          <ac:chgData name="Aranda-Rodriguez, Ari" userId="S::aarandarodriguez@madisoncollege.edu::e72f93e4-ae32-46a6-af0c-6f25df5f4847" providerId="AD" clId="Web-{190742A8-E733-496B-99B2-3ADC5670EB46}" dt="2026-04-01T23:27:14.623" v="12"/>
          <ac:spMkLst>
            <pc:docMk/>
            <pc:sldMk cId="1390867346" sldId="257"/>
            <ac:spMk id="11" creationId="{327D73B4-9F5C-4A64-A179-51B9500CB8B5}"/>
          </ac:spMkLst>
        </pc:spChg>
        <pc:spChg chg="add">
          <ac:chgData name="Aranda-Rodriguez, Ari" userId="S::aarandarodriguez@madisoncollege.edu::e72f93e4-ae32-46a6-af0c-6f25df5f4847" providerId="AD" clId="Web-{190742A8-E733-496B-99B2-3ADC5670EB46}" dt="2026-04-01T23:27:14.623" v="12"/>
          <ac:spMkLst>
            <pc:docMk/>
            <pc:sldMk cId="1390867346" sldId="257"/>
            <ac:spMk id="13" creationId="{C1F06963-6374-4B48-844F-071A9BAAAE02}"/>
          </ac:spMkLst>
        </pc:spChg>
        <pc:spChg chg="add">
          <ac:chgData name="Aranda-Rodriguez, Ari" userId="S::aarandarodriguez@madisoncollege.edu::e72f93e4-ae32-46a6-af0c-6f25df5f4847" providerId="AD" clId="Web-{190742A8-E733-496B-99B2-3ADC5670EB46}" dt="2026-04-01T23:27:14.623" v="12"/>
          <ac:spMkLst>
            <pc:docMk/>
            <pc:sldMk cId="1390867346" sldId="257"/>
            <ac:spMk id="15" creationId="{6CB927A4-E432-4310-9CD5-E89FF5063179}"/>
          </ac:spMkLst>
        </pc:spChg>
        <pc:spChg chg="add">
          <ac:chgData name="Aranda-Rodriguez, Ari" userId="S::aarandarodriguez@madisoncollege.edu::e72f93e4-ae32-46a6-af0c-6f25df5f4847" providerId="AD" clId="Web-{190742A8-E733-496B-99B2-3ADC5670EB46}" dt="2026-04-01T23:27:14.623" v="12"/>
          <ac:spMkLst>
            <pc:docMk/>
            <pc:sldMk cId="1390867346" sldId="257"/>
            <ac:spMk id="17" creationId="{1453BF6C-B012-48B7-B4E8-6D7AC7C27D02}"/>
          </ac:spMkLst>
        </pc:spChg>
        <pc:spChg chg="add">
          <ac:chgData name="Aranda-Rodriguez, Ari" userId="S::aarandarodriguez@madisoncollege.edu::e72f93e4-ae32-46a6-af0c-6f25df5f4847" providerId="AD" clId="Web-{190742A8-E733-496B-99B2-3ADC5670EB46}" dt="2026-04-01T23:27:14.623" v="12"/>
          <ac:spMkLst>
            <pc:docMk/>
            <pc:sldMk cId="1390867346" sldId="257"/>
            <ac:spMk id="19" creationId="{E3020543-B24B-4EC4-8FFC-8DD88EEA91A8}"/>
          </ac:spMkLst>
        </pc:spChg>
        <pc:picChg chg="add mod ord">
          <ac:chgData name="Aranda-Rodriguez, Ari" userId="S::aarandarodriguez@madisoncollege.edu::e72f93e4-ae32-46a6-af0c-6f25df5f4847" providerId="AD" clId="Web-{190742A8-E733-496B-99B2-3ADC5670EB46}" dt="2026-04-01T23:27:14.623" v="12"/>
          <ac:picMkLst>
            <pc:docMk/>
            <pc:sldMk cId="1390867346" sldId="257"/>
            <ac:picMk id="4" creationId="{736E54CB-AFBD-A6D9-C925-392943A773DA}"/>
          </ac:picMkLst>
        </pc:picChg>
        <pc:cxnChg chg="add">
          <ac:chgData name="Aranda-Rodriguez, Ari" userId="S::aarandarodriguez@madisoncollege.edu::e72f93e4-ae32-46a6-af0c-6f25df5f4847" providerId="AD" clId="Web-{190742A8-E733-496B-99B2-3ADC5670EB46}" dt="2026-04-01T23:27:14.623" v="12"/>
          <ac:cxnSpMkLst>
            <pc:docMk/>
            <pc:sldMk cId="1390867346" sldId="257"/>
            <ac:cxnSpMk id="21" creationId="{C49DA8F6-BCC1-4447-B54C-57856834B94B}"/>
          </ac:cxnSpMkLst>
        </pc:cxnChg>
      </pc:sldChg>
      <pc:sldChg chg="modSp new">
        <pc:chgData name="Aranda-Rodriguez, Ari" userId="S::aarandarodriguez@madisoncollege.edu::e72f93e4-ae32-46a6-af0c-6f25df5f4847" providerId="AD" clId="Web-{190742A8-E733-496B-99B2-3ADC5670EB46}" dt="2026-04-01T23:45:43.951" v="25" actId="20577"/>
        <pc:sldMkLst>
          <pc:docMk/>
          <pc:sldMk cId="2459765080" sldId="259"/>
        </pc:sldMkLst>
        <pc:spChg chg="mod">
          <ac:chgData name="Aranda-Rodriguez, Ari" userId="S::aarandarodriguez@madisoncollege.edu::e72f93e4-ae32-46a6-af0c-6f25df5f4847" providerId="AD" clId="Web-{190742A8-E733-496B-99B2-3ADC5670EB46}" dt="2026-04-01T23:45:43.951" v="25" actId="20577"/>
          <ac:spMkLst>
            <pc:docMk/>
            <pc:sldMk cId="2459765080" sldId="259"/>
            <ac:spMk id="2" creationId="{028E88EB-A9C5-391B-ECEF-6AEFDE117CF2}"/>
          </ac:spMkLst>
        </pc:spChg>
      </pc:sldChg>
      <pc:sldChg chg="modSp new">
        <pc:chgData name="Aranda-Rodriguez, Ari" userId="S::aarandarodriguez@madisoncollege.edu::e72f93e4-ae32-46a6-af0c-6f25df5f4847" providerId="AD" clId="Web-{190742A8-E733-496B-99B2-3ADC5670EB46}" dt="2026-04-01T23:45:50.873" v="32" actId="20577"/>
        <pc:sldMkLst>
          <pc:docMk/>
          <pc:sldMk cId="1429335969" sldId="260"/>
        </pc:sldMkLst>
        <pc:spChg chg="mod">
          <ac:chgData name="Aranda-Rodriguez, Ari" userId="S::aarandarodriguez@madisoncollege.edu::e72f93e4-ae32-46a6-af0c-6f25df5f4847" providerId="AD" clId="Web-{190742A8-E733-496B-99B2-3ADC5670EB46}" dt="2026-04-01T23:45:50.873" v="32" actId="20577"/>
          <ac:spMkLst>
            <pc:docMk/>
            <pc:sldMk cId="1429335969" sldId="260"/>
            <ac:spMk id="2" creationId="{AAAE0D35-348E-11F1-69F5-99C8EA385DD0}"/>
          </ac:spMkLst>
        </pc:spChg>
      </pc:sldChg>
      <pc:sldChg chg="addSp delSp modSp new">
        <pc:chgData name="Aranda-Rodriguez, Ari" userId="S::aarandarodriguez@madisoncollege.edu::e72f93e4-ae32-46a6-af0c-6f25df5f4847" providerId="AD" clId="Web-{190742A8-E733-496B-99B2-3ADC5670EB46}" dt="2026-04-01T23:46:32.967" v="39" actId="1076"/>
        <pc:sldMkLst>
          <pc:docMk/>
          <pc:sldMk cId="2833191098" sldId="261"/>
        </pc:sldMkLst>
        <pc:picChg chg="add mod ord">
          <ac:chgData name="Aranda-Rodriguez, Ari" userId="S::aarandarodriguez@madisoncollege.edu::e72f93e4-ae32-46a6-af0c-6f25df5f4847" providerId="AD" clId="Web-{190742A8-E733-496B-99B2-3ADC5670EB46}" dt="2026-04-01T23:46:32.967" v="39" actId="1076"/>
          <ac:picMkLst>
            <pc:docMk/>
            <pc:sldMk cId="2833191098" sldId="261"/>
            <ac:picMk id="4" creationId="{EFC7542A-50E9-1447-618E-B33E31077234}"/>
          </ac:picMkLst>
        </pc:picChg>
      </pc:sldChg>
      <pc:sldChg chg="addSp delSp modSp new">
        <pc:chgData name="Aranda-Rodriguez, Ari" userId="S::aarandarodriguez@madisoncollege.edu::e72f93e4-ae32-46a6-af0c-6f25df5f4847" providerId="AD" clId="Web-{190742A8-E733-496B-99B2-3ADC5670EB46}" dt="2026-04-02T00:03:33.925" v="77" actId="14100"/>
        <pc:sldMkLst>
          <pc:docMk/>
          <pc:sldMk cId="2685541280" sldId="262"/>
        </pc:sldMkLst>
        <pc:spChg chg="mod">
          <ac:chgData name="Aranda-Rodriguez, Ari" userId="S::aarandarodriguez@madisoncollege.edu::e72f93e4-ae32-46a6-af0c-6f25df5f4847" providerId="AD" clId="Web-{190742A8-E733-496B-99B2-3ADC5670EB46}" dt="2026-04-01T23:51:58.029" v="47" actId="20577"/>
          <ac:spMkLst>
            <pc:docMk/>
            <pc:sldMk cId="2685541280" sldId="262"/>
            <ac:spMk id="2" creationId="{81771504-3A48-9F1D-8AAC-1BAEBC88DF68}"/>
          </ac:spMkLst>
        </pc:spChg>
        <pc:picChg chg="add mod ord">
          <ac:chgData name="Aranda-Rodriguez, Ari" userId="S::aarandarodriguez@madisoncollege.edu::e72f93e4-ae32-46a6-af0c-6f25df5f4847" providerId="AD" clId="Web-{190742A8-E733-496B-99B2-3ADC5670EB46}" dt="2026-04-02T00:03:33.925" v="77" actId="14100"/>
          <ac:picMkLst>
            <pc:docMk/>
            <pc:sldMk cId="2685541280" sldId="262"/>
            <ac:picMk id="4" creationId="{D048C876-EA07-D4AA-E2B2-CE3C40AF181F}"/>
          </ac:picMkLst>
        </pc:picChg>
        <pc:picChg chg="add del mod">
          <ac:chgData name="Aranda-Rodriguez, Ari" userId="S::aarandarodriguez@madisoncollege.edu::e72f93e4-ae32-46a6-af0c-6f25df5f4847" providerId="AD" clId="Web-{190742A8-E733-496B-99B2-3ADC5670EB46}" dt="2026-04-02T00:03:30.425" v="76"/>
          <ac:picMkLst>
            <pc:docMk/>
            <pc:sldMk cId="2685541280" sldId="262"/>
            <ac:picMk id="5" creationId="{E29B261A-56A9-9DF7-FB48-8D4A6F3CC1F9}"/>
          </ac:picMkLst>
        </pc:picChg>
      </pc:sldChg>
      <pc:sldChg chg="addSp delSp modSp new">
        <pc:chgData name="Aranda-Rodriguez, Ari" userId="S::aarandarodriguez@madisoncollege.edu::e72f93e4-ae32-46a6-af0c-6f25df5f4847" providerId="AD" clId="Web-{190742A8-E733-496B-99B2-3ADC5670EB46}" dt="2026-04-01T23:58:41.472" v="71" actId="1076"/>
        <pc:sldMkLst>
          <pc:docMk/>
          <pc:sldMk cId="4048886250" sldId="263"/>
        </pc:sldMkLst>
        <pc:picChg chg="add mod ord">
          <ac:chgData name="Aranda-Rodriguez, Ari" userId="S::aarandarodriguez@madisoncollege.edu::e72f93e4-ae32-46a6-af0c-6f25df5f4847" providerId="AD" clId="Web-{190742A8-E733-496B-99B2-3ADC5670EB46}" dt="2026-04-01T23:58:41.472" v="71" actId="1076"/>
          <ac:picMkLst>
            <pc:docMk/>
            <pc:sldMk cId="4048886250" sldId="263"/>
            <ac:picMk id="4" creationId="{8EE5417C-DC37-9F86-014C-00F3CCF48D4A}"/>
          </ac:picMkLst>
        </pc:picChg>
      </pc:sldChg>
      <pc:sldChg chg="new del">
        <pc:chgData name="Aranda-Rodriguez, Ari" userId="S::aarandarodriguez@madisoncollege.edu::e72f93e4-ae32-46a6-af0c-6f25df5f4847" providerId="AD" clId="Web-{190742A8-E733-496B-99B2-3ADC5670EB46}" dt="2026-04-02T00:03:09.034" v="73"/>
        <pc:sldMkLst>
          <pc:docMk/>
          <pc:sldMk cId="132324757" sldId="264"/>
        </pc:sldMkLst>
      </pc:sldChg>
      <pc:sldChg chg="modSp add replId">
        <pc:chgData name="Aranda-Rodriguez, Ari" userId="S::aarandarodriguez@madisoncollege.edu::e72f93e4-ae32-46a6-af0c-6f25df5f4847" providerId="AD" clId="Web-{190742A8-E733-496B-99B2-3ADC5670EB46}" dt="2026-04-02T00:03:26.409" v="75" actId="1076"/>
        <pc:sldMkLst>
          <pc:docMk/>
          <pc:sldMk cId="1456422036" sldId="264"/>
        </pc:sldMkLst>
        <pc:picChg chg="mod">
          <ac:chgData name="Aranda-Rodriguez, Ari" userId="S::aarandarodriguez@madisoncollege.edu::e72f93e4-ae32-46a6-af0c-6f25df5f4847" providerId="AD" clId="Web-{190742A8-E733-496B-99B2-3ADC5670EB46}" dt="2026-04-02T00:03:26.409" v="75" actId="1076"/>
          <ac:picMkLst>
            <pc:docMk/>
            <pc:sldMk cId="1456422036" sldId="264"/>
            <ac:picMk id="5" creationId="{ADA6B759-9DAB-A38B-E9C6-E8ECC8BE3B59}"/>
          </ac:picMkLst>
        </pc:picChg>
      </pc:sldChg>
      <pc:sldChg chg="addSp delSp modSp new">
        <pc:chgData name="Aranda-Rodriguez, Ari" userId="S::aarandarodriguez@madisoncollege.edu::e72f93e4-ae32-46a6-af0c-6f25df5f4847" providerId="AD" clId="Web-{190742A8-E733-496B-99B2-3ADC5670EB46}" dt="2026-04-02T00:37:42.860" v="79"/>
        <pc:sldMkLst>
          <pc:docMk/>
          <pc:sldMk cId="1770325072" sldId="265"/>
        </pc:sldMkLst>
        <pc:spChg chg="del">
          <ac:chgData name="Aranda-Rodriguez, Ari" userId="S::aarandarodriguez@madisoncollege.edu::e72f93e4-ae32-46a6-af0c-6f25df5f4847" providerId="AD" clId="Web-{190742A8-E733-496B-99B2-3ADC5670EB46}" dt="2026-04-02T00:37:42.860" v="79"/>
          <ac:spMkLst>
            <pc:docMk/>
            <pc:sldMk cId="1770325072" sldId="265"/>
            <ac:spMk id="3" creationId="{40EA781D-A8E8-3C0D-0A6D-AA4E525C2C64}"/>
          </ac:spMkLst>
        </pc:spChg>
        <pc:picChg chg="add mod ord">
          <ac:chgData name="Aranda-Rodriguez, Ari" userId="S::aarandarodriguez@madisoncollege.edu::e72f93e4-ae32-46a6-af0c-6f25df5f4847" providerId="AD" clId="Web-{190742A8-E733-496B-99B2-3ADC5670EB46}" dt="2026-04-02T00:37:42.860" v="79"/>
          <ac:picMkLst>
            <pc:docMk/>
            <pc:sldMk cId="1770325072" sldId="265"/>
            <ac:picMk id="4" creationId="{990BE96C-D58F-F1B4-4E08-66C5070B5395}"/>
          </ac:picMkLst>
        </pc:picChg>
      </pc:sldChg>
      <pc:sldChg chg="addSp delSp modSp new">
        <pc:chgData name="Aranda-Rodriguez, Ari" userId="S::aarandarodriguez@madisoncollege.edu::e72f93e4-ae32-46a6-af0c-6f25df5f4847" providerId="AD" clId="Web-{190742A8-E733-496B-99B2-3ADC5670EB46}" dt="2026-04-02T01:09:01.040" v="81"/>
        <pc:sldMkLst>
          <pc:docMk/>
          <pc:sldMk cId="3280293466" sldId="266"/>
        </pc:sldMkLst>
        <pc:spChg chg="del">
          <ac:chgData name="Aranda-Rodriguez, Ari" userId="S::aarandarodriguez@madisoncollege.edu::e72f93e4-ae32-46a6-af0c-6f25df5f4847" providerId="AD" clId="Web-{190742A8-E733-496B-99B2-3ADC5670EB46}" dt="2026-04-02T01:09:01.040" v="81"/>
          <ac:spMkLst>
            <pc:docMk/>
            <pc:sldMk cId="3280293466" sldId="266"/>
            <ac:spMk id="3" creationId="{23B7A75E-B939-DD30-3DCF-A63A1EC4DA1C}"/>
          </ac:spMkLst>
        </pc:spChg>
        <pc:picChg chg="add mod ord">
          <ac:chgData name="Aranda-Rodriguez, Ari" userId="S::aarandarodriguez@madisoncollege.edu::e72f93e4-ae32-46a6-af0c-6f25df5f4847" providerId="AD" clId="Web-{190742A8-E733-496B-99B2-3ADC5670EB46}" dt="2026-04-02T01:09:01.040" v="81"/>
          <ac:picMkLst>
            <pc:docMk/>
            <pc:sldMk cId="3280293466" sldId="266"/>
            <ac:picMk id="4" creationId="{7C24680E-C54E-6630-8123-ECBF3C7FF24C}"/>
          </ac:picMkLst>
        </pc:picChg>
      </pc:sldChg>
    </pc:docChg>
  </pc:docChgLst>
  <pc:docChgLst>
    <pc:chgData name="Bhuiyan, Jobayer A" userId="c537c22d-720c-4cfb-817c-9edc3ac16a57" providerId="ADAL" clId="{4CA3B4E3-BB4D-556B-9674-56AC0DAB1221}"/>
    <pc:docChg chg="undo custSel addSld delSld modSld sldOrd">
      <pc:chgData name="Bhuiyan, Jobayer A" userId="c537c22d-720c-4cfb-817c-9edc3ac16a57" providerId="ADAL" clId="{4CA3B4E3-BB4D-556B-9674-56AC0DAB1221}" dt="2026-04-03T07:23:08.508" v="16" actId="2696"/>
      <pc:docMkLst>
        <pc:docMk/>
      </pc:docMkLst>
      <pc:sldChg chg="add del">
        <pc:chgData name="Bhuiyan, Jobayer A" userId="c537c22d-720c-4cfb-817c-9edc3ac16a57" providerId="ADAL" clId="{4CA3B4E3-BB4D-556B-9674-56AC0DAB1221}" dt="2026-04-03T07:23:08.508" v="16" actId="2696"/>
        <pc:sldMkLst>
          <pc:docMk/>
          <pc:sldMk cId="2625747656" sldId="256"/>
        </pc:sldMkLst>
      </pc:sldChg>
      <pc:sldChg chg="modSp ord">
        <pc:chgData name="Bhuiyan, Jobayer A" userId="c537c22d-720c-4cfb-817c-9edc3ac16a57" providerId="ADAL" clId="{4CA3B4E3-BB4D-556B-9674-56AC0DAB1221}" dt="2026-04-03T07:23:05.720" v="14" actId="20578"/>
        <pc:sldMkLst>
          <pc:docMk/>
          <pc:sldMk cId="2459765080" sldId="259"/>
        </pc:sldMkLst>
        <pc:spChg chg="mod">
          <ac:chgData name="Bhuiyan, Jobayer A" userId="c537c22d-720c-4cfb-817c-9edc3ac16a57" providerId="ADAL" clId="{4CA3B4E3-BB4D-556B-9674-56AC0DAB1221}" dt="2026-04-03T04:23:40.510" v="3"/>
          <ac:spMkLst>
            <pc:docMk/>
            <pc:sldMk cId="2459765080" sldId="259"/>
            <ac:spMk id="3" creationId="{499317D8-7591-0677-D395-C948A9EE0CD4}"/>
          </ac:spMkLst>
        </pc:spChg>
      </pc:sldChg>
      <pc:sldChg chg="modSp">
        <pc:chgData name="Bhuiyan, Jobayer A" userId="c537c22d-720c-4cfb-817c-9edc3ac16a57" providerId="ADAL" clId="{4CA3B4E3-BB4D-556B-9674-56AC0DAB1221}" dt="2026-04-03T04:24:43.286" v="8"/>
        <pc:sldMkLst>
          <pc:docMk/>
          <pc:sldMk cId="1429335969" sldId="260"/>
        </pc:sldMkLst>
        <pc:spChg chg="mod">
          <ac:chgData name="Bhuiyan, Jobayer A" userId="c537c22d-720c-4cfb-817c-9edc3ac16a57" providerId="ADAL" clId="{4CA3B4E3-BB4D-556B-9674-56AC0DAB1221}" dt="2026-04-03T04:24:43.286" v="8"/>
          <ac:spMkLst>
            <pc:docMk/>
            <pc:sldMk cId="1429335969" sldId="260"/>
            <ac:spMk id="3" creationId="{A80DFC8A-FB4E-8E6C-858F-244A62340C65}"/>
          </ac:spMkLst>
        </pc:spChg>
      </pc:sldChg>
      <pc:sldChg chg="new del">
        <pc:chgData name="Bhuiyan, Jobayer A" userId="c537c22d-720c-4cfb-817c-9edc3ac16a57" providerId="ADAL" clId="{4CA3B4E3-BB4D-556B-9674-56AC0DAB1221}" dt="2026-04-03T07:23:06.721" v="15" actId="680"/>
        <pc:sldMkLst>
          <pc:docMk/>
          <pc:sldMk cId="1117045560" sldId="278"/>
        </pc:sldMkLst>
      </pc:sldChg>
      <pc:sldChg chg="new del">
        <pc:chgData name="Bhuiyan, Jobayer A" userId="c537c22d-720c-4cfb-817c-9edc3ac16a57" providerId="ADAL" clId="{4CA3B4E3-BB4D-556B-9674-56AC0DAB1221}" dt="2026-04-03T07:23:05.084" v="13" actId="680"/>
        <pc:sldMkLst>
          <pc:docMk/>
          <pc:sldMk cId="2548038726" sldId="279"/>
        </pc:sldMkLst>
      </pc:sldChg>
    </pc:docChg>
  </pc:docChgLst>
  <pc:docChgLst>
    <pc:chgData name="Bhuiyan, Jobayer A" userId="S::jbhuiyan@madisoncollege.edu::c537c22d-720c-4cfb-817c-9edc3ac16a57" providerId="AD" clId="Web-{AE83250D-6217-F461-34CD-DE36998D409D}"/>
    <pc:docChg chg="addSld modSld">
      <pc:chgData name="Bhuiyan, Jobayer A" userId="S::jbhuiyan@madisoncollege.edu::c537c22d-720c-4cfb-817c-9edc3ac16a57" providerId="AD" clId="Web-{AE83250D-6217-F461-34CD-DE36998D409D}" dt="2026-04-02T01:45:04.529" v="813" actId="1076"/>
      <pc:docMkLst>
        <pc:docMk/>
      </pc:docMkLst>
      <pc:sldChg chg="modSp new">
        <pc:chgData name="Bhuiyan, Jobayer A" userId="S::jbhuiyan@madisoncollege.edu::c537c22d-720c-4cfb-817c-9edc3ac16a57" providerId="AD" clId="Web-{AE83250D-6217-F461-34CD-DE36998D409D}" dt="2026-04-01T23:48:02.074" v="803" actId="20577"/>
        <pc:sldMkLst>
          <pc:docMk/>
          <pc:sldMk cId="1205767512" sldId="258"/>
        </pc:sldMkLst>
        <pc:spChg chg="mod">
          <ac:chgData name="Bhuiyan, Jobayer A" userId="S::jbhuiyan@madisoncollege.edu::c537c22d-720c-4cfb-817c-9edc3ac16a57" providerId="AD" clId="Web-{AE83250D-6217-F461-34CD-DE36998D409D}" dt="2026-04-01T23:22:06.395" v="141" actId="20577"/>
          <ac:spMkLst>
            <pc:docMk/>
            <pc:sldMk cId="1205767512" sldId="258"/>
            <ac:spMk id="2" creationId="{4F597F25-4F2C-BB22-C74B-C04902CD1985}"/>
          </ac:spMkLst>
        </pc:spChg>
        <pc:spChg chg="mod">
          <ac:chgData name="Bhuiyan, Jobayer A" userId="S::jbhuiyan@madisoncollege.edu::c537c22d-720c-4cfb-817c-9edc3ac16a57" providerId="AD" clId="Web-{AE83250D-6217-F461-34CD-DE36998D409D}" dt="2026-04-01T23:48:02.074" v="803" actId="20577"/>
          <ac:spMkLst>
            <pc:docMk/>
            <pc:sldMk cId="1205767512" sldId="258"/>
            <ac:spMk id="3" creationId="{695D9C0F-D2B0-E579-CC91-898CA67504DE}"/>
          </ac:spMkLst>
        </pc:spChg>
      </pc:sldChg>
      <pc:sldChg chg="addSp delSp modSp mod setBg">
        <pc:chgData name="Bhuiyan, Jobayer A" userId="S::jbhuiyan@madisoncollege.edu::c537c22d-720c-4cfb-817c-9edc3ac16a57" providerId="AD" clId="Web-{AE83250D-6217-F461-34CD-DE36998D409D}" dt="2026-04-02T01:33:18.231" v="811"/>
        <pc:sldMkLst>
          <pc:docMk/>
          <pc:sldMk cId="2685541280" sldId="262"/>
        </pc:sldMkLst>
        <pc:spChg chg="mod">
          <ac:chgData name="Bhuiyan, Jobayer A" userId="S::jbhuiyan@madisoncollege.edu::c537c22d-720c-4cfb-817c-9edc3ac16a57" providerId="AD" clId="Web-{AE83250D-6217-F461-34CD-DE36998D409D}" dt="2026-04-02T01:33:18.231" v="811"/>
          <ac:spMkLst>
            <pc:docMk/>
            <pc:sldMk cId="2685541280" sldId="262"/>
            <ac:spMk id="2" creationId="{81771504-3A48-9F1D-8AAC-1BAEBC88DF68}"/>
          </ac:spMkLst>
        </pc:spChg>
        <pc:spChg chg="add del">
          <ac:chgData name="Bhuiyan, Jobayer A" userId="S::jbhuiyan@madisoncollege.edu::c537c22d-720c-4cfb-817c-9edc3ac16a57" providerId="AD" clId="Web-{AE83250D-6217-F461-34CD-DE36998D409D}" dt="2026-04-02T01:30:04.529" v="807"/>
          <ac:spMkLst>
            <pc:docMk/>
            <pc:sldMk cId="2685541280" sldId="262"/>
            <ac:spMk id="8" creationId="{3EFC4CDB-14E1-BDEF-00CC-463F495219EF}"/>
          </ac:spMkLst>
        </pc:spChg>
        <pc:spChg chg="add del">
          <ac:chgData name="Bhuiyan, Jobayer A" userId="S::jbhuiyan@madisoncollege.edu::c537c22d-720c-4cfb-817c-9edc3ac16a57" providerId="AD" clId="Web-{AE83250D-6217-F461-34CD-DE36998D409D}" dt="2026-04-02T01:33:18.231" v="811"/>
          <ac:spMkLst>
            <pc:docMk/>
            <pc:sldMk cId="2685541280" sldId="262"/>
            <ac:spMk id="9" creationId="{96646FC9-C66D-4EC7-8310-0DD4ACC49C6C}"/>
          </ac:spMkLst>
        </pc:spChg>
        <pc:spChg chg="add del">
          <ac:chgData name="Bhuiyan, Jobayer A" userId="S::jbhuiyan@madisoncollege.edu::c537c22d-720c-4cfb-817c-9edc3ac16a57" providerId="AD" clId="Web-{AE83250D-6217-F461-34CD-DE36998D409D}" dt="2026-04-02T01:30:04.529" v="807"/>
          <ac:spMkLst>
            <pc:docMk/>
            <pc:sldMk cId="2685541280" sldId="262"/>
            <ac:spMk id="11" creationId="{7E6D2D34-4BB4-460B-8844-027610FB21F5}"/>
          </ac:spMkLst>
        </pc:spChg>
        <pc:spChg chg="add del">
          <ac:chgData name="Bhuiyan, Jobayer A" userId="S::jbhuiyan@madisoncollege.edu::c537c22d-720c-4cfb-817c-9edc3ac16a57" providerId="AD" clId="Web-{AE83250D-6217-F461-34CD-DE36998D409D}" dt="2026-04-02T01:33:18.231" v="811"/>
          <ac:spMkLst>
            <pc:docMk/>
            <pc:sldMk cId="2685541280" sldId="262"/>
            <ac:spMk id="19" creationId="{A3473CF9-37EB-43E7-89EF-D2D1C53D1DAC}"/>
          </ac:spMkLst>
        </pc:spChg>
        <pc:spChg chg="add del">
          <ac:chgData name="Bhuiyan, Jobayer A" userId="S::jbhuiyan@madisoncollege.edu::c537c22d-720c-4cfb-817c-9edc3ac16a57" providerId="AD" clId="Web-{AE83250D-6217-F461-34CD-DE36998D409D}" dt="2026-04-02T01:33:18.231" v="811"/>
          <ac:spMkLst>
            <pc:docMk/>
            <pc:sldMk cId="2685541280" sldId="262"/>
            <ac:spMk id="20" creationId="{586B4EF9-43BA-4655-A6FF-1D8E21574C95}"/>
          </ac:spMkLst>
        </pc:spChg>
        <pc:spChg chg="add">
          <ac:chgData name="Bhuiyan, Jobayer A" userId="S::jbhuiyan@madisoncollege.edu::c537c22d-720c-4cfb-817c-9edc3ac16a57" providerId="AD" clId="Web-{AE83250D-6217-F461-34CD-DE36998D409D}" dt="2026-04-02T01:33:18.231" v="811"/>
          <ac:spMkLst>
            <pc:docMk/>
            <pc:sldMk cId="2685541280" sldId="262"/>
            <ac:spMk id="25" creationId="{99ED5833-B85B-4103-8A3B-CAB0308E6C15}"/>
          </ac:spMkLst>
        </pc:spChg>
        <pc:grpChg chg="add del">
          <ac:chgData name="Bhuiyan, Jobayer A" userId="S::jbhuiyan@madisoncollege.edu::c537c22d-720c-4cfb-817c-9edc3ac16a57" providerId="AD" clId="Web-{AE83250D-6217-F461-34CD-DE36998D409D}" dt="2026-04-02T01:30:04.529" v="807"/>
          <ac:grpSpMkLst>
            <pc:docMk/>
            <pc:sldMk cId="2685541280" sldId="262"/>
            <ac:grpSpMk id="13" creationId="{C5314570-9B06-4D37-8CBD-EDD67C2FA205}"/>
          </ac:grpSpMkLst>
        </pc:grpChg>
        <pc:picChg chg="add del mod">
          <ac:chgData name="Bhuiyan, Jobayer A" userId="S::jbhuiyan@madisoncollege.edu::c537c22d-720c-4cfb-817c-9edc3ac16a57" providerId="AD" clId="Web-{AE83250D-6217-F461-34CD-DE36998D409D}" dt="2026-04-02T01:33:10.903" v="809"/>
          <ac:picMkLst>
            <pc:docMk/>
            <pc:sldMk cId="2685541280" sldId="262"/>
            <ac:picMk id="3" creationId="{50EC833F-2719-558A-6C2D-CFBB5F45D343}"/>
          </ac:picMkLst>
        </pc:picChg>
        <pc:picChg chg="mod ord">
          <ac:chgData name="Bhuiyan, Jobayer A" userId="S::jbhuiyan@madisoncollege.edu::c537c22d-720c-4cfb-817c-9edc3ac16a57" providerId="AD" clId="Web-{AE83250D-6217-F461-34CD-DE36998D409D}" dt="2026-04-02T01:33:18.231" v="811"/>
          <ac:picMkLst>
            <pc:docMk/>
            <pc:sldMk cId="2685541280" sldId="262"/>
            <ac:picMk id="4" creationId="{D048C876-EA07-D4AA-E2B2-CE3C40AF181F}"/>
          </ac:picMkLst>
        </pc:picChg>
        <pc:picChg chg="add mod">
          <ac:chgData name="Bhuiyan, Jobayer A" userId="S::jbhuiyan@madisoncollege.edu::c537c22d-720c-4cfb-817c-9edc3ac16a57" providerId="AD" clId="Web-{AE83250D-6217-F461-34CD-DE36998D409D}" dt="2026-04-02T01:33:18.231" v="811"/>
          <ac:picMkLst>
            <pc:docMk/>
            <pc:sldMk cId="2685541280" sldId="262"/>
            <ac:picMk id="5" creationId="{E0430B8E-E6DE-8CFD-807E-2E0F571B1D00}"/>
          </ac:picMkLst>
        </pc:picChg>
      </pc:sldChg>
      <pc:sldChg chg="modSp">
        <pc:chgData name="Bhuiyan, Jobayer A" userId="S::jbhuiyan@madisoncollege.edu::c537c22d-720c-4cfb-817c-9edc3ac16a57" providerId="AD" clId="Web-{AE83250D-6217-F461-34CD-DE36998D409D}" dt="2026-04-02T01:45:04.529" v="813" actId="1076"/>
        <pc:sldMkLst>
          <pc:docMk/>
          <pc:sldMk cId="1456422036" sldId="264"/>
        </pc:sldMkLst>
        <pc:picChg chg="mod">
          <ac:chgData name="Bhuiyan, Jobayer A" userId="S::jbhuiyan@madisoncollege.edu::c537c22d-720c-4cfb-817c-9edc3ac16a57" providerId="AD" clId="Web-{AE83250D-6217-F461-34CD-DE36998D409D}" dt="2026-04-02T01:45:04.529" v="813" actId="1076"/>
          <ac:picMkLst>
            <pc:docMk/>
            <pc:sldMk cId="1456422036" sldId="264"/>
            <ac:picMk id="5" creationId="{ADA6B759-9DAB-A38B-E9C6-E8ECC8BE3B59}"/>
          </ac:picMkLst>
        </pc:picChg>
      </pc:sldChg>
    </pc:docChg>
  </pc:docChgLst>
  <pc:docChgLst>
    <pc:chgData name="Bhuiyan, Jobayer A" userId="S::jbhuiyan@madisoncollege.edu::c537c22d-720c-4cfb-817c-9edc3ac16a57" providerId="AD" clId="Web-{E2429D70-2875-DDAC-A5A6-BD96C8EBEC3E}"/>
    <pc:docChg chg="modSld">
      <pc:chgData name="Bhuiyan, Jobayer A" userId="S::jbhuiyan@madisoncollege.edu::c537c22d-720c-4cfb-817c-9edc3ac16a57" providerId="AD" clId="Web-{E2429D70-2875-DDAC-A5A6-BD96C8EBEC3E}" dt="2026-04-01T17:30:20.271" v="4" actId="20577"/>
      <pc:docMkLst>
        <pc:docMk/>
      </pc:docMkLst>
      <pc:sldChg chg="modSp">
        <pc:chgData name="Bhuiyan, Jobayer A" userId="S::jbhuiyan@madisoncollege.edu::c537c22d-720c-4cfb-817c-9edc3ac16a57" providerId="AD" clId="Web-{E2429D70-2875-DDAC-A5A6-BD96C8EBEC3E}" dt="2026-04-01T17:30:20.271" v="4" actId="20577"/>
        <pc:sldMkLst>
          <pc:docMk/>
          <pc:sldMk cId="1390867346" sldId="257"/>
        </pc:sldMkLst>
        <pc:spChg chg="mod">
          <ac:chgData name="Bhuiyan, Jobayer A" userId="S::jbhuiyan@madisoncollege.edu::c537c22d-720c-4cfb-817c-9edc3ac16a57" providerId="AD" clId="Web-{E2429D70-2875-DDAC-A5A6-BD96C8EBEC3E}" dt="2026-04-01T17:30:20.271" v="4" actId="20577"/>
          <ac:spMkLst>
            <pc:docMk/>
            <pc:sldMk cId="1390867346" sldId="257"/>
            <ac:spMk id="2" creationId="{43A7F43A-3ABC-8341-4A2A-FBBE95436FCE}"/>
          </ac:spMkLst>
        </pc:spChg>
      </pc:sldChg>
    </pc:docChg>
  </pc:docChgLst>
  <pc:docChgLst>
    <pc:chgData name="Aranda-Rodriguez, Ari" userId="S::aarandarodriguez@madisoncollege.edu::e72f93e4-ae32-46a6-af0c-6f25df5f4847" providerId="AD" clId="Web-{8F9555DE-716F-4D6B-A8FF-2A8327BBA9CA}"/>
    <pc:docChg chg="addSld delSld modSld">
      <pc:chgData name="Aranda-Rodriguez, Ari" userId="S::aarandarodriguez@madisoncollege.edu::e72f93e4-ae32-46a6-af0c-6f25df5f4847" providerId="AD" clId="Web-{8F9555DE-716F-4D6B-A8FF-2A8327BBA9CA}" dt="2026-04-02T20:41:25.325" v="50" actId="20577"/>
      <pc:docMkLst>
        <pc:docMk/>
      </pc:docMkLst>
      <pc:sldChg chg="del">
        <pc:chgData name="Aranda-Rodriguez, Ari" userId="S::aarandarodriguez@madisoncollege.edu::e72f93e4-ae32-46a6-af0c-6f25df5f4847" providerId="AD" clId="Web-{8F9555DE-716F-4D6B-A8FF-2A8327BBA9CA}" dt="2026-04-02T18:20:15.636" v="25"/>
        <pc:sldMkLst>
          <pc:docMk/>
          <pc:sldMk cId="3461262042" sldId="267"/>
        </pc:sldMkLst>
      </pc:sldChg>
      <pc:sldChg chg="del">
        <pc:chgData name="Aranda-Rodriguez, Ari" userId="S::aarandarodriguez@madisoncollege.edu::e72f93e4-ae32-46a6-af0c-6f25df5f4847" providerId="AD" clId="Web-{8F9555DE-716F-4D6B-A8FF-2A8327BBA9CA}" dt="2026-04-02T18:25:18.386" v="36"/>
        <pc:sldMkLst>
          <pc:docMk/>
          <pc:sldMk cId="3989436592" sldId="268"/>
        </pc:sldMkLst>
      </pc:sldChg>
      <pc:sldChg chg="addSp delSp modSp new">
        <pc:chgData name="Aranda-Rodriguez, Ari" userId="S::aarandarodriguez@madisoncollege.edu::e72f93e4-ae32-46a6-af0c-6f25df5f4847" providerId="AD" clId="Web-{8F9555DE-716F-4D6B-A8FF-2A8327BBA9CA}" dt="2026-04-02T16:51:17.326" v="6" actId="1076"/>
        <pc:sldMkLst>
          <pc:docMk/>
          <pc:sldMk cId="2763514548" sldId="269"/>
        </pc:sldMkLst>
        <pc:spChg chg="del">
          <ac:chgData name="Aranda-Rodriguez, Ari" userId="S::aarandarodriguez@madisoncollege.edu::e72f93e4-ae32-46a6-af0c-6f25df5f4847" providerId="AD" clId="Web-{8F9555DE-716F-4D6B-A8FF-2A8327BBA9CA}" dt="2026-04-02T16:45:00.794" v="1"/>
          <ac:spMkLst>
            <pc:docMk/>
            <pc:sldMk cId="2763514548" sldId="269"/>
            <ac:spMk id="3" creationId="{1EFE2336-24B5-EA24-02DF-FA18BACCF838}"/>
          </ac:spMkLst>
        </pc:spChg>
        <pc:picChg chg="add mod ord">
          <ac:chgData name="Aranda-Rodriguez, Ari" userId="S::aarandarodriguez@madisoncollege.edu::e72f93e4-ae32-46a6-af0c-6f25df5f4847" providerId="AD" clId="Web-{8F9555DE-716F-4D6B-A8FF-2A8327BBA9CA}" dt="2026-04-02T16:51:16.310" v="5" actId="1076"/>
          <ac:picMkLst>
            <pc:docMk/>
            <pc:sldMk cId="2763514548" sldId="269"/>
            <ac:picMk id="4" creationId="{9DDE3935-4E6B-F859-5379-B45F388A0789}"/>
          </ac:picMkLst>
        </pc:picChg>
        <pc:picChg chg="add mod">
          <ac:chgData name="Aranda-Rodriguez, Ari" userId="S::aarandarodriguez@madisoncollege.edu::e72f93e4-ae32-46a6-af0c-6f25df5f4847" providerId="AD" clId="Web-{8F9555DE-716F-4D6B-A8FF-2A8327BBA9CA}" dt="2026-04-02T16:51:17.326" v="6" actId="1076"/>
          <ac:picMkLst>
            <pc:docMk/>
            <pc:sldMk cId="2763514548" sldId="269"/>
            <ac:picMk id="5" creationId="{61D47208-D0E1-9CAB-2996-EE84905038B4}"/>
          </ac:picMkLst>
        </pc:picChg>
      </pc:sldChg>
      <pc:sldChg chg="addSp delSp modSp new">
        <pc:chgData name="Aranda-Rodriguez, Ari" userId="S::aarandarodriguez@madisoncollege.edu::e72f93e4-ae32-46a6-af0c-6f25df5f4847" providerId="AD" clId="Web-{8F9555DE-716F-4D6B-A8FF-2A8327BBA9CA}" dt="2026-04-02T17:16:36.444" v="14"/>
        <pc:sldMkLst>
          <pc:docMk/>
          <pc:sldMk cId="2426367643" sldId="270"/>
        </pc:sldMkLst>
        <pc:spChg chg="del">
          <ac:chgData name="Aranda-Rodriguez, Ari" userId="S::aarandarodriguez@madisoncollege.edu::e72f93e4-ae32-46a6-af0c-6f25df5f4847" providerId="AD" clId="Web-{8F9555DE-716F-4D6B-A8FF-2A8327BBA9CA}" dt="2026-04-02T17:08:37.561" v="8"/>
          <ac:spMkLst>
            <pc:docMk/>
            <pc:sldMk cId="2426367643" sldId="270"/>
            <ac:spMk id="3" creationId="{9A1EFCAA-E06F-8158-94E9-A2562C82A16D}"/>
          </ac:spMkLst>
        </pc:spChg>
        <pc:spChg chg="add del mod">
          <ac:chgData name="Aranda-Rodriguez, Ari" userId="S::aarandarodriguez@madisoncollege.edu::e72f93e4-ae32-46a6-af0c-6f25df5f4847" providerId="AD" clId="Web-{8F9555DE-716F-4D6B-A8FF-2A8327BBA9CA}" dt="2026-04-02T17:16:36.444" v="14"/>
          <ac:spMkLst>
            <pc:docMk/>
            <pc:sldMk cId="2426367643" sldId="270"/>
            <ac:spMk id="7" creationId="{B7EC1C3B-352A-7619-1B3D-60580CD5697F}"/>
          </ac:spMkLst>
        </pc:spChg>
        <pc:picChg chg="add del mod ord">
          <ac:chgData name="Aranda-Rodriguez, Ari" userId="S::aarandarodriguez@madisoncollege.edu::e72f93e4-ae32-46a6-af0c-6f25df5f4847" providerId="AD" clId="Web-{8F9555DE-716F-4D6B-A8FF-2A8327BBA9CA}" dt="2026-04-02T17:16:12.506" v="13"/>
          <ac:picMkLst>
            <pc:docMk/>
            <pc:sldMk cId="2426367643" sldId="270"/>
            <ac:picMk id="4" creationId="{4E58EF26-6053-CCDF-A05E-821F21CCB3A1}"/>
          </ac:picMkLst>
        </pc:picChg>
        <pc:picChg chg="add mod">
          <ac:chgData name="Aranda-Rodriguez, Ari" userId="S::aarandarodriguez@madisoncollege.edu::e72f93e4-ae32-46a6-af0c-6f25df5f4847" providerId="AD" clId="Web-{8F9555DE-716F-4D6B-A8FF-2A8327BBA9CA}" dt="2026-04-02T17:16:10.178" v="12" actId="1076"/>
          <ac:picMkLst>
            <pc:docMk/>
            <pc:sldMk cId="2426367643" sldId="270"/>
            <ac:picMk id="5" creationId="{9B60738A-9BFC-A385-56D9-AB11509A8180}"/>
          </ac:picMkLst>
        </pc:picChg>
        <pc:picChg chg="add mod ord">
          <ac:chgData name="Aranda-Rodriguez, Ari" userId="S::aarandarodriguez@madisoncollege.edu::e72f93e4-ae32-46a6-af0c-6f25df5f4847" providerId="AD" clId="Web-{8F9555DE-716F-4D6B-A8FF-2A8327BBA9CA}" dt="2026-04-02T17:16:36.444" v="14"/>
          <ac:picMkLst>
            <pc:docMk/>
            <pc:sldMk cId="2426367643" sldId="270"/>
            <ac:picMk id="8" creationId="{2C2B0878-DF89-B0FF-D1FF-6D900FD662C5}"/>
          </ac:picMkLst>
        </pc:picChg>
      </pc:sldChg>
      <pc:sldChg chg="addSp delSp modSp new">
        <pc:chgData name="Aranda-Rodriguez, Ari" userId="S::aarandarodriguez@madisoncollege.edu::e72f93e4-ae32-46a6-af0c-6f25df5f4847" providerId="AD" clId="Web-{8F9555DE-716F-4D6B-A8FF-2A8327BBA9CA}" dt="2026-04-02T17:37:51.902" v="16"/>
        <pc:sldMkLst>
          <pc:docMk/>
          <pc:sldMk cId="3420620429" sldId="271"/>
        </pc:sldMkLst>
        <pc:spChg chg="del">
          <ac:chgData name="Aranda-Rodriguez, Ari" userId="S::aarandarodriguez@madisoncollege.edu::e72f93e4-ae32-46a6-af0c-6f25df5f4847" providerId="AD" clId="Web-{8F9555DE-716F-4D6B-A8FF-2A8327BBA9CA}" dt="2026-04-02T17:37:51.902" v="16"/>
          <ac:spMkLst>
            <pc:docMk/>
            <pc:sldMk cId="3420620429" sldId="271"/>
            <ac:spMk id="3" creationId="{2D47E850-D43F-1059-B3FC-BA140E2D8EB8}"/>
          </ac:spMkLst>
        </pc:spChg>
        <pc:picChg chg="add mod ord">
          <ac:chgData name="Aranda-Rodriguez, Ari" userId="S::aarandarodriguez@madisoncollege.edu::e72f93e4-ae32-46a6-af0c-6f25df5f4847" providerId="AD" clId="Web-{8F9555DE-716F-4D6B-A8FF-2A8327BBA9CA}" dt="2026-04-02T17:37:51.902" v="16"/>
          <ac:picMkLst>
            <pc:docMk/>
            <pc:sldMk cId="3420620429" sldId="271"/>
            <ac:picMk id="4" creationId="{5B12D4B9-CF11-505C-ECC0-57E151831F2E}"/>
          </ac:picMkLst>
        </pc:picChg>
      </pc:sldChg>
      <pc:sldChg chg="addSp delSp modSp new">
        <pc:chgData name="Aranda-Rodriguez, Ari" userId="S::aarandarodriguez@madisoncollege.edu::e72f93e4-ae32-46a6-af0c-6f25df5f4847" providerId="AD" clId="Web-{8F9555DE-716F-4D6B-A8FF-2A8327BBA9CA}" dt="2026-04-02T17:50:43.935" v="24"/>
        <pc:sldMkLst>
          <pc:docMk/>
          <pc:sldMk cId="3265989141" sldId="272"/>
        </pc:sldMkLst>
        <pc:spChg chg="mod">
          <ac:chgData name="Aranda-Rodriguez, Ari" userId="S::aarandarodriguez@madisoncollege.edu::e72f93e4-ae32-46a6-af0c-6f25df5f4847" providerId="AD" clId="Web-{8F9555DE-716F-4D6B-A8FF-2A8327BBA9CA}" dt="2026-04-02T17:50:41.700" v="23" actId="1076"/>
          <ac:spMkLst>
            <pc:docMk/>
            <pc:sldMk cId="3265989141" sldId="272"/>
            <ac:spMk id="2" creationId="{41206726-159F-7322-D43E-1D15F8EEFD51}"/>
          </ac:spMkLst>
        </pc:spChg>
        <pc:spChg chg="del">
          <ac:chgData name="Aranda-Rodriguez, Ari" userId="S::aarandarodriguez@madisoncollege.edu::e72f93e4-ae32-46a6-af0c-6f25df5f4847" providerId="AD" clId="Web-{8F9555DE-716F-4D6B-A8FF-2A8327BBA9CA}" dt="2026-04-02T17:49:29.059" v="18"/>
          <ac:spMkLst>
            <pc:docMk/>
            <pc:sldMk cId="3265989141" sldId="272"/>
            <ac:spMk id="3" creationId="{A46BF816-94E0-B14D-328F-231B4C71B209}"/>
          </ac:spMkLst>
        </pc:spChg>
        <pc:picChg chg="add mod ord">
          <ac:chgData name="Aranda-Rodriguez, Ari" userId="S::aarandarodriguez@madisoncollege.edu::e72f93e4-ae32-46a6-af0c-6f25df5f4847" providerId="AD" clId="Web-{8F9555DE-716F-4D6B-A8FF-2A8327BBA9CA}" dt="2026-04-02T17:50:43.935" v="24"/>
          <ac:picMkLst>
            <pc:docMk/>
            <pc:sldMk cId="3265989141" sldId="272"/>
            <ac:picMk id="4" creationId="{7486C803-093A-7D8F-A216-60D21D81754E}"/>
          </ac:picMkLst>
        </pc:picChg>
      </pc:sldChg>
      <pc:sldChg chg="addSp modSp new">
        <pc:chgData name="Aranda-Rodriguez, Ari" userId="S::aarandarodriguez@madisoncollege.edu::e72f93e4-ae32-46a6-af0c-6f25df5f4847" providerId="AD" clId="Web-{8F9555DE-716F-4D6B-A8FF-2A8327BBA9CA}" dt="2026-04-02T20:41:25.325" v="50" actId="20577"/>
        <pc:sldMkLst>
          <pc:docMk/>
          <pc:sldMk cId="986249034" sldId="273"/>
        </pc:sldMkLst>
        <pc:spChg chg="mod">
          <ac:chgData name="Aranda-Rodriguez, Ari" userId="S::aarandarodriguez@madisoncollege.edu::e72f93e4-ae32-46a6-af0c-6f25df5f4847" providerId="AD" clId="Web-{8F9555DE-716F-4D6B-A8FF-2A8327BBA9CA}" dt="2026-04-02T18:20:35.745" v="31" actId="20577"/>
          <ac:spMkLst>
            <pc:docMk/>
            <pc:sldMk cId="986249034" sldId="273"/>
            <ac:spMk id="2" creationId="{8F6C549E-C62C-7AF9-F61C-9E2BB5949722}"/>
          </ac:spMkLst>
        </pc:spChg>
        <pc:spChg chg="add mod">
          <ac:chgData name="Aranda-Rodriguez, Ari" userId="S::aarandarodriguez@madisoncollege.edu::e72f93e4-ae32-46a6-af0c-6f25df5f4847" providerId="AD" clId="Web-{8F9555DE-716F-4D6B-A8FF-2A8327BBA9CA}" dt="2026-04-02T20:41:25.325" v="50" actId="20577"/>
          <ac:spMkLst>
            <pc:docMk/>
            <pc:sldMk cId="986249034" sldId="273"/>
            <ac:spMk id="3" creationId="{2BE3BD00-7629-377E-561A-6825C154D7FF}"/>
          </ac:spMkLst>
        </pc:spChg>
      </pc:sldChg>
      <pc:sldChg chg="new del">
        <pc:chgData name="Aranda-Rodriguez, Ari" userId="S::aarandarodriguez@madisoncollege.edu::e72f93e4-ae32-46a6-af0c-6f25df5f4847" providerId="AD" clId="Web-{8F9555DE-716F-4D6B-A8FF-2A8327BBA9CA}" dt="2026-04-02T18:25:20.246" v="37"/>
        <pc:sldMkLst>
          <pc:docMk/>
          <pc:sldMk cId="1917164404" sldId="274"/>
        </pc:sldMkLst>
      </pc:sldChg>
      <pc:sldChg chg="modSp add">
        <pc:chgData name="Aranda-Rodriguez, Ari" userId="S::aarandarodriguez@madisoncollege.edu::e72f93e4-ae32-46a6-af0c-6f25df5f4847" providerId="AD" clId="Web-{8F9555DE-716F-4D6B-A8FF-2A8327BBA9CA}" dt="2026-04-02T18:25:41.246" v="43" actId="1076"/>
        <pc:sldMkLst>
          <pc:docMk/>
          <pc:sldMk cId="2487790393" sldId="275"/>
        </pc:sldMkLst>
        <pc:spChg chg="mod">
          <ac:chgData name="Aranda-Rodriguez, Ari" userId="S::aarandarodriguez@madisoncollege.edu::e72f93e4-ae32-46a6-af0c-6f25df5f4847" providerId="AD" clId="Web-{8F9555DE-716F-4D6B-A8FF-2A8327BBA9CA}" dt="2026-04-02T18:25:36.074" v="42" actId="1076"/>
          <ac:spMkLst>
            <pc:docMk/>
            <pc:sldMk cId="2487790393" sldId="275"/>
            <ac:spMk id="2" creationId="{00000000-0000-0000-0000-000000000000}"/>
          </ac:spMkLst>
        </pc:spChg>
        <pc:graphicFrameChg chg="mod modGraphic">
          <ac:chgData name="Aranda-Rodriguez, Ari" userId="S::aarandarodriguez@madisoncollege.edu::e72f93e4-ae32-46a6-af0c-6f25df5f4847" providerId="AD" clId="Web-{8F9555DE-716F-4D6B-A8FF-2A8327BBA9CA}" dt="2026-04-02T18:25:41.246" v="43" actId="1076"/>
          <ac:graphicFrameMkLst>
            <pc:docMk/>
            <pc:sldMk cId="2487790393" sldId="275"/>
            <ac:graphicFrameMk id="3" creationId="{00000000-0000-0000-0000-000000000000}"/>
          </ac:graphicFrameMkLst>
        </pc:graphicFrameChg>
      </pc:sldChg>
      <pc:sldChg chg="addSp delSp modSp new">
        <pc:chgData name="Aranda-Rodriguez, Ari" userId="S::aarandarodriguez@madisoncollege.edu::e72f93e4-ae32-46a6-af0c-6f25df5f4847" providerId="AD" clId="Web-{8F9555DE-716F-4D6B-A8FF-2A8327BBA9CA}" dt="2026-04-02T18:34:36.106" v="45"/>
        <pc:sldMkLst>
          <pc:docMk/>
          <pc:sldMk cId="2538033932" sldId="276"/>
        </pc:sldMkLst>
        <pc:spChg chg="del">
          <ac:chgData name="Aranda-Rodriguez, Ari" userId="S::aarandarodriguez@madisoncollege.edu::e72f93e4-ae32-46a6-af0c-6f25df5f4847" providerId="AD" clId="Web-{8F9555DE-716F-4D6B-A8FF-2A8327BBA9CA}" dt="2026-04-02T18:34:36.106" v="45"/>
          <ac:spMkLst>
            <pc:docMk/>
            <pc:sldMk cId="2538033932" sldId="276"/>
            <ac:spMk id="3" creationId="{CF5DA53F-9FA7-B37E-2C0E-ACF672CDCA1B}"/>
          </ac:spMkLst>
        </pc:spChg>
        <pc:picChg chg="add mod ord">
          <ac:chgData name="Aranda-Rodriguez, Ari" userId="S::aarandarodriguez@madisoncollege.edu::e72f93e4-ae32-46a6-af0c-6f25df5f4847" providerId="AD" clId="Web-{8F9555DE-716F-4D6B-A8FF-2A8327BBA9CA}" dt="2026-04-02T18:34:36.106" v="45"/>
          <ac:picMkLst>
            <pc:docMk/>
            <pc:sldMk cId="2538033932" sldId="276"/>
            <ac:picMk id="4" creationId="{118D2290-C273-897E-5FA2-4DF0894B42AB}"/>
          </ac:picMkLst>
        </pc:picChg>
      </pc:sldChg>
      <pc:sldChg chg="addSp modSp new">
        <pc:chgData name="Aranda-Rodriguez, Ari" userId="S::aarandarodriguez@madisoncollege.edu::e72f93e4-ae32-46a6-af0c-6f25df5f4847" providerId="AD" clId="Web-{8F9555DE-716F-4D6B-A8FF-2A8327BBA9CA}" dt="2026-04-02T18:38:02.371" v="47"/>
        <pc:sldMkLst>
          <pc:docMk/>
          <pc:sldMk cId="3215759259" sldId="277"/>
        </pc:sldMkLst>
        <pc:picChg chg="add mod">
          <ac:chgData name="Aranda-Rodriguez, Ari" userId="S::aarandarodriguez@madisoncollege.edu::e72f93e4-ae32-46a6-af0c-6f25df5f4847" providerId="AD" clId="Web-{8F9555DE-716F-4D6B-A8FF-2A8327BBA9CA}" dt="2026-04-02T18:38:02.371" v="47"/>
          <ac:picMkLst>
            <pc:docMk/>
            <pc:sldMk cId="3215759259" sldId="277"/>
            <ac:picMk id="3" creationId="{66787D6B-A650-21BD-D695-06E6F4638E0B}"/>
          </ac:picMkLst>
        </pc:picChg>
      </pc:sldChg>
    </pc:docChg>
  </pc:docChgLst>
  <pc:docChgLst>
    <pc:chgData name="Aranda-Rodriguez, Ari" userId="S::aarandarodriguez@madisoncollege.edu::e72f93e4-ae32-46a6-af0c-6f25df5f4847" providerId="AD" clId="Web-{96AD75C2-2E16-49DB-B920-EAA8DE0E7E5B}"/>
    <pc:docChg chg="modSld">
      <pc:chgData name="Aranda-Rodriguez, Ari" userId="S::aarandarodriguez@madisoncollege.edu::e72f93e4-ae32-46a6-af0c-6f25df5f4847" providerId="AD" clId="Web-{96AD75C2-2E16-49DB-B920-EAA8DE0E7E5B}" dt="2026-04-02T13:39:30.718" v="0" actId="1076"/>
      <pc:docMkLst>
        <pc:docMk/>
      </pc:docMkLst>
      <pc:sldChg chg="modSp">
        <pc:chgData name="Aranda-Rodriguez, Ari" userId="S::aarandarodriguez@madisoncollege.edu::e72f93e4-ae32-46a6-af0c-6f25df5f4847" providerId="AD" clId="Web-{96AD75C2-2E16-49DB-B920-EAA8DE0E7E5B}" dt="2026-04-02T13:39:30.718" v="0" actId="1076"/>
        <pc:sldMkLst>
          <pc:docMk/>
          <pc:sldMk cId="2685541280" sldId="262"/>
        </pc:sldMkLst>
        <pc:picChg chg="mod">
          <ac:chgData name="Aranda-Rodriguez, Ari" userId="S::aarandarodriguez@madisoncollege.edu::e72f93e4-ae32-46a6-af0c-6f25df5f4847" providerId="AD" clId="Web-{96AD75C2-2E16-49DB-B920-EAA8DE0E7E5B}" dt="2026-04-02T13:39:30.718" v="0" actId="1076"/>
          <ac:picMkLst>
            <pc:docMk/>
            <pc:sldMk cId="2685541280" sldId="262"/>
            <ac:picMk id="5" creationId="{E0430B8E-E6DE-8CFD-807E-2E0F571B1D00}"/>
          </ac:picMkLst>
        </pc:picChg>
      </pc:sldChg>
    </pc:docChg>
  </pc:docChgLst>
  <pc:docChgLst>
    <pc:chgData name="Aranda-Rodriguez, Ari" userId="S::aarandarodriguez@madisoncollege.edu::e72f93e4-ae32-46a6-af0c-6f25df5f4847" providerId="AD" clId="Web-{E91A93AE-E36D-4236-AA2A-7729E8A1B5D4}"/>
    <pc:docChg chg="addSld modSld">
      <pc:chgData name="Aranda-Rodriguez, Ari" userId="S::aarandarodriguez@madisoncollege.edu::e72f93e4-ae32-46a6-af0c-6f25df5f4847" providerId="AD" clId="Web-{E91A93AE-E36D-4236-AA2A-7729E8A1B5D4}" dt="2026-04-02T14:42:48.981" v="13" actId="1076"/>
      <pc:docMkLst>
        <pc:docMk/>
      </pc:docMkLst>
      <pc:sldChg chg="delSp modSp new">
        <pc:chgData name="Aranda-Rodriguez, Ari" userId="S::aarandarodriguez@madisoncollege.edu::e72f93e4-ae32-46a6-af0c-6f25df5f4847" providerId="AD" clId="Web-{E91A93AE-E36D-4236-AA2A-7729E8A1B5D4}" dt="2026-04-02T14:41:13.702" v="5"/>
        <pc:sldMkLst>
          <pc:docMk/>
          <pc:sldMk cId="3461262042" sldId="267"/>
        </pc:sldMkLst>
        <pc:spChg chg="del mod">
          <ac:chgData name="Aranda-Rodriguez, Ari" userId="S::aarandarodriguez@madisoncollege.edu::e72f93e4-ae32-46a6-af0c-6f25df5f4847" providerId="AD" clId="Web-{E91A93AE-E36D-4236-AA2A-7729E8A1B5D4}" dt="2026-04-02T14:41:09.420" v="4"/>
          <ac:spMkLst>
            <pc:docMk/>
            <pc:sldMk cId="3461262042" sldId="267"/>
            <ac:spMk id="2" creationId="{650D6AEC-CF8B-5DE7-819E-1CD342CEF583}"/>
          </ac:spMkLst>
        </pc:spChg>
        <pc:spChg chg="del">
          <ac:chgData name="Aranda-Rodriguez, Ari" userId="S::aarandarodriguez@madisoncollege.edu::e72f93e4-ae32-46a6-af0c-6f25df5f4847" providerId="AD" clId="Web-{E91A93AE-E36D-4236-AA2A-7729E8A1B5D4}" dt="2026-04-02T14:41:13.702" v="5"/>
          <ac:spMkLst>
            <pc:docMk/>
            <pc:sldMk cId="3461262042" sldId="267"/>
            <ac:spMk id="3" creationId="{E6494762-A06A-E1F5-1CE5-F9E7A513EC66}"/>
          </ac:spMkLst>
        </pc:spChg>
      </pc:sldChg>
      <pc:sldChg chg="modSp add">
        <pc:chgData name="Aranda-Rodriguez, Ari" userId="S::aarandarodriguez@madisoncollege.edu::e72f93e4-ae32-46a6-af0c-6f25df5f4847" providerId="AD" clId="Web-{E91A93AE-E36D-4236-AA2A-7729E8A1B5D4}" dt="2026-04-02T14:42:48.981" v="13" actId="1076"/>
        <pc:sldMkLst>
          <pc:docMk/>
          <pc:sldMk cId="3989436592" sldId="268"/>
        </pc:sldMkLst>
        <pc:spChg chg="mod">
          <ac:chgData name="Aranda-Rodriguez, Ari" userId="S::aarandarodriguez@madisoncollege.edu::e72f93e4-ae32-46a6-af0c-6f25df5f4847" providerId="AD" clId="Web-{E91A93AE-E36D-4236-AA2A-7729E8A1B5D4}" dt="2026-04-02T14:42:40.091" v="12" actId="1076"/>
          <ac:spMkLst>
            <pc:docMk/>
            <pc:sldMk cId="3989436592" sldId="268"/>
            <ac:spMk id="2" creationId="{00000000-0000-0000-0000-000000000000}"/>
          </ac:spMkLst>
        </pc:spChg>
        <pc:graphicFrameChg chg="mod modGraphic">
          <ac:chgData name="Aranda-Rodriguez, Ari" userId="S::aarandarodriguez@madisoncollege.edu::e72f93e4-ae32-46a6-af0c-6f25df5f4847" providerId="AD" clId="Web-{E91A93AE-E36D-4236-AA2A-7729E8A1B5D4}" dt="2026-04-02T14:42:48.981" v="13" actId="1076"/>
          <ac:graphicFrameMkLst>
            <pc:docMk/>
            <pc:sldMk cId="3989436592" sldId="268"/>
            <ac:graphicFrameMk id="3" creationId="{00000000-0000-0000-0000-000000000000}"/>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73917-D21D-CDA3-0CE1-B6BB6BF9B9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64D3A70-450E-6BC2-3059-BBADE66337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C578F21-D163-3B0B-CBFD-BD8133AD3BAE}"/>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5" name="Footer Placeholder 4">
            <a:extLst>
              <a:ext uri="{FF2B5EF4-FFF2-40B4-BE49-F238E27FC236}">
                <a16:creationId xmlns:a16="http://schemas.microsoft.com/office/drawing/2014/main" id="{3AD6757C-A445-1D76-4199-9ACFBA28B9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0731EB-143D-7960-DDD7-DE879D79419E}"/>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2655683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FE316-C555-BCC8-C55A-86F1D01354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0BC5E6-87FA-A46E-EA00-6A448DEE80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D6F71C-5884-200A-5CF0-9E2BF75342D0}"/>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5" name="Footer Placeholder 4">
            <a:extLst>
              <a:ext uri="{FF2B5EF4-FFF2-40B4-BE49-F238E27FC236}">
                <a16:creationId xmlns:a16="http://schemas.microsoft.com/office/drawing/2014/main" id="{9FEE50BA-F940-1E57-4364-D3038AF222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095A1D-73B6-E15C-37AC-EE85801549CC}"/>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129286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E7A91-A331-7F12-E078-82898230F6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92E2D0-667E-AB0C-E127-2B400B84D7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E15461-2884-4224-8AAD-2F98ED0C302F}"/>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5" name="Footer Placeholder 4">
            <a:extLst>
              <a:ext uri="{FF2B5EF4-FFF2-40B4-BE49-F238E27FC236}">
                <a16:creationId xmlns:a16="http://schemas.microsoft.com/office/drawing/2014/main" id="{B743DBC8-210E-13C5-6AD2-C0964C51BA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FEDA03-F109-7691-60AB-31A2633CFF5C}"/>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1133151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28A0D-21A7-A06B-A907-140C4B150A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4BD545-ED8B-5224-24CE-213F670716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067CD9-BC91-6577-B262-8301757D58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EADCAA-A9DA-AD93-609B-B48766050E16}"/>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6" name="Footer Placeholder 5">
            <a:extLst>
              <a:ext uri="{FF2B5EF4-FFF2-40B4-BE49-F238E27FC236}">
                <a16:creationId xmlns:a16="http://schemas.microsoft.com/office/drawing/2014/main" id="{CDFB1B61-EF11-817A-2F0C-A8D8B106D5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92C740-1CAF-96D7-0944-5749632C2860}"/>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4198413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36961-31DF-C842-0C98-D0F77C3147C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74C84C-B38C-98A1-A133-DD392B01C3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C23345-9D35-E455-3856-C94D7AB69F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B1FAAE-1B77-A2AC-1E7B-4C32CC5A46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0D988E-83C7-34B9-AFD8-6D7575D75D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0DD30C-4839-2A55-4FE0-998E07C27AF4}"/>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8" name="Footer Placeholder 7">
            <a:extLst>
              <a:ext uri="{FF2B5EF4-FFF2-40B4-BE49-F238E27FC236}">
                <a16:creationId xmlns:a16="http://schemas.microsoft.com/office/drawing/2014/main" id="{84C70078-8AD0-CB96-28F5-028EC045B8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2129C93-D39B-2C21-004C-95FFED23B203}"/>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2428599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1EC02-A8FD-77E8-2157-A7F87BD578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2F25CD-8ECF-3C26-A235-86DB315669D0}"/>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4" name="Footer Placeholder 3">
            <a:extLst>
              <a:ext uri="{FF2B5EF4-FFF2-40B4-BE49-F238E27FC236}">
                <a16:creationId xmlns:a16="http://schemas.microsoft.com/office/drawing/2014/main" id="{4B0BA21A-3CF6-7455-45D8-88F02A91E1E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E5F5981-1B4C-371C-A203-BBEBE49CE96B}"/>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3224645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08EBDF-3FB9-4D15-1AD1-A36BF0D9366B}"/>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3" name="Footer Placeholder 2">
            <a:extLst>
              <a:ext uri="{FF2B5EF4-FFF2-40B4-BE49-F238E27FC236}">
                <a16:creationId xmlns:a16="http://schemas.microsoft.com/office/drawing/2014/main" id="{544DAC7C-0321-AB5D-6C2F-B9C341D4D8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7622B5-A541-D036-DD45-68A783E86FF3}"/>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3862423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EEB4-7F8D-3F8E-4091-392FF46F3A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83D392-D863-A1DF-3F35-B095C78D43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CDCE92-58A3-62D6-9F74-53BBACDE5F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4A9103-D5FE-79BD-E794-78C9296F7E0F}"/>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6" name="Footer Placeholder 5">
            <a:extLst>
              <a:ext uri="{FF2B5EF4-FFF2-40B4-BE49-F238E27FC236}">
                <a16:creationId xmlns:a16="http://schemas.microsoft.com/office/drawing/2014/main" id="{49110A8A-2F7C-98C5-D232-A1B715EA52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2776F1-5BBD-0812-4823-6C87463B1A9B}"/>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2496111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9FB09-C1F0-EBDE-7138-2A8D610E64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06F139-B5D0-0B97-0095-EF34158874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C5FDA7D-92FC-3E79-905D-E97C6BA56F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A7B0FE-B339-73FB-D5BE-28DBF46CB02D}"/>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6" name="Footer Placeholder 5">
            <a:extLst>
              <a:ext uri="{FF2B5EF4-FFF2-40B4-BE49-F238E27FC236}">
                <a16:creationId xmlns:a16="http://schemas.microsoft.com/office/drawing/2014/main" id="{364ED650-8A1A-2909-DABB-7A779CB854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8586F6-9418-BFA2-C005-BC16E49BD741}"/>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2321023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29D7B-CCCE-377B-095A-EB1F8BBE0E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A335EE-8CB7-2B2A-3646-AE0E32B628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312123-E339-9201-D618-398D9BDE8A77}"/>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5" name="Footer Placeholder 4">
            <a:extLst>
              <a:ext uri="{FF2B5EF4-FFF2-40B4-BE49-F238E27FC236}">
                <a16:creationId xmlns:a16="http://schemas.microsoft.com/office/drawing/2014/main" id="{B0CCB34D-4AD5-6288-8E6F-8ACFF1C245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17E15A-C3BD-B755-E6E0-344012BB27CF}"/>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2304658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57BE27-4C1C-7BD7-59A4-5E173FE4BE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68BFB1-D744-98A1-F7D1-1173616BB5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CD6D2C-7E02-2841-2064-7D5B99591D61}"/>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5" name="Footer Placeholder 4">
            <a:extLst>
              <a:ext uri="{FF2B5EF4-FFF2-40B4-BE49-F238E27FC236}">
                <a16:creationId xmlns:a16="http://schemas.microsoft.com/office/drawing/2014/main" id="{74571A15-3566-DFB8-4111-82540CF0CA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CA6EE8-2094-4089-0424-8C957F728E7D}"/>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3163418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365EFE-E67B-5598-6704-F4EFBD5BEE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8F61654-97AA-167D-A867-02462BF4A1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A254B7-FFC3-B952-AD97-AF5727D572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6742AFC-D009-EB40-BEE0-B101B3076083}" type="datetimeFigureOut">
              <a:rPr lang="en-US" smtClean="0"/>
              <a:t>4/3/26</a:t>
            </a:fld>
            <a:endParaRPr lang="en-US"/>
          </a:p>
        </p:txBody>
      </p:sp>
      <p:sp>
        <p:nvSpPr>
          <p:cNvPr id="5" name="Footer Placeholder 4">
            <a:extLst>
              <a:ext uri="{FF2B5EF4-FFF2-40B4-BE49-F238E27FC236}">
                <a16:creationId xmlns:a16="http://schemas.microsoft.com/office/drawing/2014/main" id="{04C900C7-BF48-C5F1-DB05-A062885672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1F1177F-BC3E-247F-BEAF-3D670477E2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90BE664-5DDE-4341-95AB-33A14D758121}" type="slidenum">
              <a:rPr lang="en-US" smtClean="0"/>
              <a:t>‹#›</a:t>
            </a:fld>
            <a:endParaRPr lang="en-US"/>
          </a:p>
        </p:txBody>
      </p:sp>
    </p:spTree>
    <p:extLst>
      <p:ext uri="{BB962C8B-B14F-4D97-AF65-F5344CB8AC3E}">
        <p14:creationId xmlns:p14="http://schemas.microsoft.com/office/powerpoint/2010/main" val="26267213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9BD52-B517-98C9-6E05-009EB05FBC25}"/>
              </a:ext>
            </a:extLst>
          </p:cNvPr>
          <p:cNvSpPr>
            <a:spLocks noGrp="1"/>
          </p:cNvSpPr>
          <p:nvPr>
            <p:ph type="ctrTitle"/>
          </p:nvPr>
        </p:nvSpPr>
        <p:spPr/>
        <p:txBody>
          <a:bodyPr/>
          <a:lstStyle/>
          <a:p>
            <a:r>
              <a:rPr lang="en-US"/>
              <a:t>Week 9</a:t>
            </a:r>
            <a:br>
              <a:rPr lang="en-US"/>
            </a:br>
            <a:r>
              <a:rPr lang="en-US"/>
              <a:t>Team: Jobayer &amp; Ari</a:t>
            </a:r>
          </a:p>
        </p:txBody>
      </p:sp>
      <p:sp>
        <p:nvSpPr>
          <p:cNvPr id="3" name="Subtitle 2">
            <a:extLst>
              <a:ext uri="{FF2B5EF4-FFF2-40B4-BE49-F238E27FC236}">
                <a16:creationId xmlns:a16="http://schemas.microsoft.com/office/drawing/2014/main" id="{76159A35-0641-FE50-D004-A3F491AC8E4B}"/>
              </a:ext>
            </a:extLst>
          </p:cNvPr>
          <p:cNvSpPr>
            <a:spLocks noGrp="1"/>
          </p:cNvSpPr>
          <p:nvPr>
            <p:ph type="subTitle" idx="1"/>
          </p:nvPr>
        </p:nvSpPr>
        <p:spPr/>
        <p:txBody>
          <a:bodyPr/>
          <a:lstStyle/>
          <a:p>
            <a:r>
              <a:rPr lang="en-US"/>
              <a:t>Assignment: Team PCAP Analysis 1</a:t>
            </a:r>
          </a:p>
        </p:txBody>
      </p:sp>
    </p:spTree>
    <p:extLst>
      <p:ext uri="{BB962C8B-B14F-4D97-AF65-F5344CB8AC3E}">
        <p14:creationId xmlns:p14="http://schemas.microsoft.com/office/powerpoint/2010/main" val="2625747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E88EB-A9C5-391B-ECEF-6AEFDE117CF2}"/>
              </a:ext>
            </a:extLst>
          </p:cNvPr>
          <p:cNvSpPr>
            <a:spLocks noGrp="1"/>
          </p:cNvSpPr>
          <p:nvPr>
            <p:ph type="title"/>
          </p:nvPr>
        </p:nvSpPr>
        <p:spPr/>
        <p:txBody>
          <a:bodyPr/>
          <a:lstStyle/>
          <a:p>
            <a:r>
              <a:rPr lang="en-US"/>
              <a:t>Abstract</a:t>
            </a:r>
            <a:br>
              <a:rPr lang="en-US"/>
            </a:br>
            <a:endParaRPr lang="en-US"/>
          </a:p>
        </p:txBody>
      </p:sp>
      <p:sp>
        <p:nvSpPr>
          <p:cNvPr id="3" name="Content Placeholder 2">
            <a:extLst>
              <a:ext uri="{FF2B5EF4-FFF2-40B4-BE49-F238E27FC236}">
                <a16:creationId xmlns:a16="http://schemas.microsoft.com/office/drawing/2014/main" id="{499317D8-7591-0677-D395-C948A9EE0CD4}"/>
              </a:ext>
            </a:extLst>
          </p:cNvPr>
          <p:cNvSpPr>
            <a:spLocks noGrp="1"/>
          </p:cNvSpPr>
          <p:nvPr>
            <p:ph idx="1"/>
          </p:nvPr>
        </p:nvSpPr>
        <p:spPr/>
        <p:txBody>
          <a:bodyPr/>
          <a:lstStyle/>
          <a:p>
            <a:r>
              <a:rPr lang="en-US" dirty="0"/>
              <a:t>This report analyzes malicious network activity captured in a PCAP file.</a:t>
            </a:r>
          </a:p>
          <a:p>
            <a:r>
              <a:rPr lang="en-US" dirty="0"/>
              <a:t>The investigation identified a drive-by compromise that led to ransomware-related activity.</a:t>
            </a:r>
          </a:p>
          <a:p>
            <a:r>
              <a:rPr lang="en-US" dirty="0"/>
              <a:t>Analysis of DNS traffic, HTTP requests, and external communications revealed suspicious domains, exploit kit behavior, and malware delivery.</a:t>
            </a:r>
          </a:p>
          <a:p>
            <a:r>
              <a:rPr lang="en-US" dirty="0"/>
              <a:t>The findings help explain how the victim host was infected and how it communicated with attacker-controlled infrastructure.</a:t>
            </a:r>
          </a:p>
          <a:p>
            <a:endParaRPr lang="en-US" dirty="0"/>
          </a:p>
        </p:txBody>
      </p:sp>
    </p:spTree>
    <p:extLst>
      <p:ext uri="{BB962C8B-B14F-4D97-AF65-F5344CB8AC3E}">
        <p14:creationId xmlns:p14="http://schemas.microsoft.com/office/powerpoint/2010/main" val="2459765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E0D35-348E-11F1-69F5-99C8EA385DD0}"/>
              </a:ext>
            </a:extLst>
          </p:cNvPr>
          <p:cNvSpPr>
            <a:spLocks noGrp="1"/>
          </p:cNvSpPr>
          <p:nvPr>
            <p:ph type="title"/>
          </p:nvPr>
        </p:nvSpPr>
        <p:spPr/>
        <p:txBody>
          <a:bodyPr/>
          <a:lstStyle/>
          <a:p>
            <a:r>
              <a:rPr lang="en-US"/>
              <a:t>Introduction</a:t>
            </a:r>
          </a:p>
        </p:txBody>
      </p:sp>
      <p:sp>
        <p:nvSpPr>
          <p:cNvPr id="3" name="Content Placeholder 2">
            <a:extLst>
              <a:ext uri="{FF2B5EF4-FFF2-40B4-BE49-F238E27FC236}">
                <a16:creationId xmlns:a16="http://schemas.microsoft.com/office/drawing/2014/main" id="{A80DFC8A-FB4E-8E6C-858F-244A62340C65}"/>
              </a:ext>
            </a:extLst>
          </p:cNvPr>
          <p:cNvSpPr>
            <a:spLocks noGrp="1"/>
          </p:cNvSpPr>
          <p:nvPr>
            <p:ph idx="1"/>
          </p:nvPr>
        </p:nvSpPr>
        <p:spPr/>
        <p:txBody>
          <a:bodyPr/>
          <a:lstStyle/>
          <a:p>
            <a:r>
              <a:rPr lang="en-US" b="1" dirty="0"/>
              <a:t>Background:</a:t>
            </a:r>
            <a:r>
              <a:rPr lang="en-US" dirty="0"/>
              <a:t> The case involves suspicious network traffic captured in a PCAP during a malware infection investigation.</a:t>
            </a:r>
          </a:p>
          <a:p>
            <a:r>
              <a:rPr lang="en-US" b="1" dirty="0"/>
              <a:t>Objective:</a:t>
            </a:r>
            <a:r>
              <a:rPr lang="en-US" dirty="0"/>
              <a:t> Determine how the infection occurred, what systems were involved, and what indicators of compromise were present.</a:t>
            </a:r>
          </a:p>
          <a:p>
            <a:r>
              <a:rPr lang="en-US" b="1" dirty="0"/>
              <a:t>Scope:</a:t>
            </a:r>
            <a:r>
              <a:rPr lang="en-US" dirty="0"/>
              <a:t> Focus on the internal host, gateway, malicious domains, exploit kit activity, payload delivery, and follow-up communications.</a:t>
            </a:r>
          </a:p>
          <a:p>
            <a:r>
              <a:rPr lang="en-US" b="1" dirty="0"/>
              <a:t>Tools Used:</a:t>
            </a:r>
            <a:r>
              <a:rPr lang="en-US" dirty="0"/>
              <a:t> Wireshark, </a:t>
            </a:r>
            <a:r>
              <a:rPr lang="en-US" dirty="0" err="1"/>
              <a:t>NetworkMiner</a:t>
            </a:r>
            <a:r>
              <a:rPr lang="en-US" dirty="0"/>
              <a:t>, Security Onion, and </a:t>
            </a:r>
            <a:r>
              <a:rPr lang="en-US" dirty="0" err="1"/>
              <a:t>VirusTotal</a:t>
            </a:r>
            <a:r>
              <a:rPr lang="en-US" dirty="0"/>
              <a:t>.</a:t>
            </a:r>
          </a:p>
          <a:p>
            <a:endParaRPr lang="en-US" dirty="0"/>
          </a:p>
        </p:txBody>
      </p:sp>
    </p:spTree>
    <p:extLst>
      <p:ext uri="{BB962C8B-B14F-4D97-AF65-F5344CB8AC3E}">
        <p14:creationId xmlns:p14="http://schemas.microsoft.com/office/powerpoint/2010/main" val="1429335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A7F43A-3ABC-8341-4A2A-FBBE95436FCE}"/>
              </a:ext>
            </a:extLst>
          </p:cNvPr>
          <p:cNvSpPr>
            <a:spLocks noGrp="1"/>
          </p:cNvSpPr>
          <p:nvPr>
            <p:ph type="title"/>
          </p:nvPr>
        </p:nvSpPr>
        <p:spPr>
          <a:xfrm>
            <a:off x="6657715" y="467271"/>
            <a:ext cx="4195674" cy="2052522"/>
          </a:xfrm>
        </p:spPr>
        <p:txBody>
          <a:bodyPr anchor="b">
            <a:normAutofit/>
          </a:bodyPr>
          <a:lstStyle/>
          <a:p>
            <a:r>
              <a:rPr lang="en-US" sz="5600"/>
              <a:t>The Network</a:t>
            </a:r>
          </a:p>
        </p:txBody>
      </p:sp>
      <p:sp>
        <p:nvSpPr>
          <p:cNvPr id="13" name="Oval 12">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736E54CB-AFBD-A6D9-C925-392943A773DA}"/>
              </a:ext>
            </a:extLst>
          </p:cNvPr>
          <p:cNvPicPr>
            <a:picLocks noChangeAspect="1"/>
          </p:cNvPicPr>
          <p:nvPr/>
        </p:nvPicPr>
        <p:blipFill>
          <a:blip r:embed="rId2"/>
          <a:srcRect r="11250" b="3"/>
          <a:stretch>
            <a:fillRect/>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15"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17"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sp>
        <p:nvSpPr>
          <p:cNvPr id="8" name="Content Placeholder 7">
            <a:extLst>
              <a:ext uri="{FF2B5EF4-FFF2-40B4-BE49-F238E27FC236}">
                <a16:creationId xmlns:a16="http://schemas.microsoft.com/office/drawing/2014/main" id="{8F81FD4C-3730-49CA-CFF4-92BDD60E9CA1}"/>
              </a:ext>
            </a:extLst>
          </p:cNvPr>
          <p:cNvSpPr>
            <a:spLocks noGrp="1"/>
          </p:cNvSpPr>
          <p:nvPr>
            <p:ph idx="1"/>
          </p:nvPr>
        </p:nvSpPr>
        <p:spPr>
          <a:xfrm>
            <a:off x="6657715" y="2990818"/>
            <a:ext cx="4195673" cy="2913872"/>
          </a:xfrm>
        </p:spPr>
        <p:txBody>
          <a:bodyPr anchor="t">
            <a:normAutofit fontScale="85000" lnSpcReduction="10000"/>
          </a:bodyPr>
          <a:lstStyle/>
          <a:p>
            <a:r>
              <a:rPr lang="en-US" sz="2000">
                <a:solidFill>
                  <a:schemeClr val="tx1">
                    <a:alpha val="80000"/>
                  </a:schemeClr>
                </a:solidFill>
                <a:ea typeface="+mn-lt"/>
                <a:cs typeface="+mn-lt"/>
              </a:rPr>
              <a:t>The network shown in NetworkMiner is a small SOHO (Small Office/Home Office) network using the private subnet 172.16.4.0/24. A Cisco device at 172.16.4.1 serves as the default gateway and likely performs NAT, while a single Windows host (172.16.4.193, Stewie-PC) generates outbound traffic to external services such as Akamai and Bing. The topology is a simple flat network in a star configuration with no evidence of segmentation.</a:t>
            </a:r>
            <a:endParaRPr lang="en-US" sz="2000">
              <a:solidFill>
                <a:srgbClr val="000000">
                  <a:alpha val="80000"/>
                </a:srgbClr>
              </a:solidFill>
            </a:endParaRPr>
          </a:p>
          <a:p>
            <a:endParaRPr lang="en-US" sz="2000">
              <a:solidFill>
                <a:schemeClr val="tx1">
                  <a:alpha val="80000"/>
                </a:schemeClr>
              </a:solidFill>
            </a:endParaRPr>
          </a:p>
        </p:txBody>
      </p:sp>
      <p:sp>
        <p:nvSpPr>
          <p:cNvPr id="19"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cxnSp>
        <p:nvCxnSpPr>
          <p:cNvPr id="21"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0867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97F25-4F2C-BB22-C74B-C04902CD1985}"/>
              </a:ext>
            </a:extLst>
          </p:cNvPr>
          <p:cNvSpPr>
            <a:spLocks noGrp="1"/>
          </p:cNvSpPr>
          <p:nvPr>
            <p:ph type="title"/>
          </p:nvPr>
        </p:nvSpPr>
        <p:spPr/>
        <p:txBody>
          <a:bodyPr/>
          <a:lstStyle/>
          <a:p>
            <a:r>
              <a:rPr lang="en-US"/>
              <a:t>Methodology</a:t>
            </a:r>
          </a:p>
        </p:txBody>
      </p:sp>
      <p:sp>
        <p:nvSpPr>
          <p:cNvPr id="3" name="Content Placeholder 2">
            <a:extLst>
              <a:ext uri="{FF2B5EF4-FFF2-40B4-BE49-F238E27FC236}">
                <a16:creationId xmlns:a16="http://schemas.microsoft.com/office/drawing/2014/main" id="{695D9C0F-D2B0-E579-CC91-898CA67504DE}"/>
              </a:ext>
            </a:extLst>
          </p:cNvPr>
          <p:cNvSpPr>
            <a:spLocks noGrp="1"/>
          </p:cNvSpPr>
          <p:nvPr>
            <p:ph idx="1"/>
          </p:nvPr>
        </p:nvSpPr>
        <p:spPr/>
        <p:txBody>
          <a:bodyPr vert="horz" lIns="91440" tIns="45720" rIns="91440" bIns="45720" rtlCol="0" anchor="t">
            <a:noAutofit/>
          </a:bodyPr>
          <a:lstStyle/>
          <a:p>
            <a:pPr>
              <a:buNone/>
            </a:pPr>
            <a:r>
              <a:rPr lang="en-US" sz="1400">
                <a:ea typeface="+mn-lt"/>
                <a:cs typeface="+mn-lt"/>
              </a:rPr>
              <a:t>• </a:t>
            </a:r>
            <a:r>
              <a:rPr lang="en-US" sz="1400" b="1" err="1">
                <a:ea typeface="+mn-lt"/>
                <a:cs typeface="+mn-lt"/>
              </a:rPr>
              <a:t>NetworkMiner</a:t>
            </a:r>
            <a:r>
              <a:rPr lang="en-US" sz="1400" b="1">
                <a:ea typeface="+mn-lt"/>
                <a:cs typeface="+mn-lt"/>
              </a:rPr>
              <a:t> Review</a:t>
            </a:r>
            <a:endParaRPr lang="en-US"/>
          </a:p>
          <a:p>
            <a:pPr>
              <a:buNone/>
            </a:pPr>
            <a:r>
              <a:rPr lang="en-US" sz="1400">
                <a:ea typeface="+mn-lt"/>
                <a:cs typeface="+mn-lt"/>
              </a:rPr>
              <a:t>Imported the PCAP into </a:t>
            </a:r>
            <a:r>
              <a:rPr lang="en-US" sz="1400" err="1">
                <a:ea typeface="+mn-lt"/>
                <a:cs typeface="+mn-lt"/>
              </a:rPr>
              <a:t>NetworkMiner</a:t>
            </a:r>
            <a:r>
              <a:rPr lang="en-US" sz="1400">
                <a:ea typeface="+mn-lt"/>
                <a:cs typeface="+mn-lt"/>
              </a:rPr>
              <a:t> and identified the main hosts, IP addresses, and observed connections. Used host details, DNS data, and sessions to build an initial picture of the network structure.</a:t>
            </a:r>
            <a:endParaRPr lang="en-US"/>
          </a:p>
          <a:p>
            <a:pPr>
              <a:buNone/>
            </a:pPr>
            <a:r>
              <a:rPr lang="en-US" sz="1400">
                <a:ea typeface="+mn-lt"/>
                <a:cs typeface="+mn-lt"/>
              </a:rPr>
              <a:t>• </a:t>
            </a:r>
            <a:r>
              <a:rPr lang="en-US" sz="1400" b="1">
                <a:ea typeface="+mn-lt"/>
                <a:cs typeface="+mn-lt"/>
              </a:rPr>
              <a:t>Topology Identification</a:t>
            </a:r>
            <a:endParaRPr lang="en-US"/>
          </a:p>
          <a:p>
            <a:pPr>
              <a:buNone/>
            </a:pPr>
            <a:r>
              <a:rPr lang="en-US" sz="1400">
                <a:ea typeface="+mn-lt"/>
                <a:cs typeface="+mn-lt"/>
              </a:rPr>
              <a:t>Reviewed the discovered devices and their communication patterns to determine how the network is organized. Identified a small SOHO-style network with one router acting as the gateway and one Windows endpoint generating traffic.</a:t>
            </a:r>
            <a:endParaRPr lang="en-US"/>
          </a:p>
          <a:p>
            <a:pPr>
              <a:buNone/>
            </a:pPr>
            <a:r>
              <a:rPr lang="en-US" sz="1400">
                <a:ea typeface="+mn-lt"/>
                <a:cs typeface="+mn-lt"/>
              </a:rPr>
              <a:t>• </a:t>
            </a:r>
            <a:r>
              <a:rPr lang="en-US" sz="1400" b="1">
                <a:ea typeface="+mn-lt"/>
                <a:cs typeface="+mn-lt"/>
              </a:rPr>
              <a:t>IP and Gateway Analysis</a:t>
            </a:r>
            <a:endParaRPr lang="en-US"/>
          </a:p>
          <a:p>
            <a:pPr>
              <a:buNone/>
            </a:pPr>
            <a:r>
              <a:rPr lang="en-US" sz="1400">
                <a:ea typeface="+mn-lt"/>
                <a:cs typeface="+mn-lt"/>
              </a:rPr>
              <a:t>Examined the private subnet addressing scheme to determine the likely default gateway and endpoint roles. Confirmed that </a:t>
            </a:r>
            <a:r>
              <a:rPr lang="en-US" sz="1400" b="1">
                <a:ea typeface="+mn-lt"/>
                <a:cs typeface="+mn-lt"/>
              </a:rPr>
              <a:t>172.16.4.1</a:t>
            </a:r>
            <a:r>
              <a:rPr lang="en-US" sz="1400">
                <a:ea typeface="+mn-lt"/>
                <a:cs typeface="+mn-lt"/>
              </a:rPr>
              <a:t> appears to function as the router, while </a:t>
            </a:r>
            <a:r>
              <a:rPr lang="en-US" sz="1400" b="1">
                <a:ea typeface="+mn-lt"/>
                <a:cs typeface="+mn-lt"/>
              </a:rPr>
              <a:t>172.16.4.193</a:t>
            </a:r>
            <a:r>
              <a:rPr lang="en-US" sz="1400">
                <a:ea typeface="+mn-lt"/>
                <a:cs typeface="+mn-lt"/>
              </a:rPr>
              <a:t> is the active host on the internal network.</a:t>
            </a:r>
            <a:endParaRPr lang="en-US"/>
          </a:p>
          <a:p>
            <a:pPr>
              <a:buNone/>
            </a:pPr>
            <a:r>
              <a:rPr lang="en-US" sz="1400">
                <a:ea typeface="+mn-lt"/>
                <a:cs typeface="+mn-lt"/>
              </a:rPr>
              <a:t>• </a:t>
            </a:r>
            <a:r>
              <a:rPr lang="en-US" sz="1400" b="1">
                <a:ea typeface="+mn-lt"/>
                <a:cs typeface="+mn-lt"/>
              </a:rPr>
              <a:t>Traffic Behavior Review</a:t>
            </a:r>
            <a:endParaRPr lang="en-US"/>
          </a:p>
          <a:p>
            <a:pPr>
              <a:buNone/>
            </a:pPr>
            <a:r>
              <a:rPr lang="en-US" sz="1400">
                <a:ea typeface="+mn-lt"/>
                <a:cs typeface="+mn-lt"/>
              </a:rPr>
              <a:t>Analyzed outbound connections from the Windows host to external services on the internet. Observed normal client-to-internet communication patterns, suggesting a simple flat network with no visible internal segmentation.</a:t>
            </a:r>
            <a:endParaRPr lang="en-US"/>
          </a:p>
          <a:p>
            <a:pPr>
              <a:buNone/>
            </a:pPr>
            <a:r>
              <a:rPr lang="en-US" sz="1400">
                <a:ea typeface="+mn-lt"/>
                <a:cs typeface="+mn-lt"/>
              </a:rPr>
              <a:t>• </a:t>
            </a:r>
            <a:r>
              <a:rPr lang="en-US" sz="1400" b="1">
                <a:ea typeface="+mn-lt"/>
                <a:cs typeface="+mn-lt"/>
              </a:rPr>
              <a:t>Diagram Construction</a:t>
            </a:r>
            <a:endParaRPr lang="en-US"/>
          </a:p>
          <a:p>
            <a:pPr>
              <a:buNone/>
            </a:pPr>
            <a:r>
              <a:rPr lang="en-US" sz="1400">
                <a:ea typeface="+mn-lt"/>
                <a:cs typeface="+mn-lt"/>
              </a:rPr>
              <a:t>Created a visual map of the network based on the evidence recovered from </a:t>
            </a:r>
            <a:r>
              <a:rPr lang="en-US" sz="1400" err="1">
                <a:ea typeface="+mn-lt"/>
                <a:cs typeface="+mn-lt"/>
              </a:rPr>
              <a:t>NetworkMiner</a:t>
            </a:r>
            <a:r>
              <a:rPr lang="en-US" sz="1400">
                <a:ea typeface="+mn-lt"/>
                <a:cs typeface="+mn-lt"/>
              </a:rPr>
              <a:t>. Represented the internet, router, and Windows host in a clear layout to summarize the topology and communication flow</a:t>
            </a:r>
            <a:endParaRPr lang="en-US"/>
          </a:p>
          <a:p>
            <a:pPr marL="0" indent="0">
              <a:buNone/>
            </a:pPr>
            <a:endParaRPr lang="en-US" sz="1400">
              <a:latin typeface="Arial"/>
              <a:cs typeface="Arial"/>
            </a:endParaRPr>
          </a:p>
          <a:p>
            <a:pPr marL="0" indent="0">
              <a:buNone/>
            </a:pPr>
            <a:endParaRPr lang="en-US" sz="1400" i="1">
              <a:latin typeface="Aptos"/>
              <a:cs typeface="Arial"/>
            </a:endParaRPr>
          </a:p>
          <a:p>
            <a:pPr marL="0" indent="0">
              <a:buNone/>
            </a:pPr>
            <a:endParaRPr lang="en-US" sz="1400">
              <a:latin typeface="Arial"/>
              <a:cs typeface="Arial"/>
            </a:endParaRPr>
          </a:p>
        </p:txBody>
      </p:sp>
    </p:spTree>
    <p:extLst>
      <p:ext uri="{BB962C8B-B14F-4D97-AF65-F5344CB8AC3E}">
        <p14:creationId xmlns:p14="http://schemas.microsoft.com/office/powerpoint/2010/main" val="1205767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FC7542A-50E9-1447-618E-B33E31077234}"/>
              </a:ext>
            </a:extLst>
          </p:cNvPr>
          <p:cNvPicPr>
            <a:picLocks noGrp="1" noChangeAspect="1"/>
          </p:cNvPicPr>
          <p:nvPr>
            <p:ph idx="1"/>
          </p:nvPr>
        </p:nvPicPr>
        <p:blipFill>
          <a:blip r:embed="rId2"/>
          <a:stretch>
            <a:fillRect/>
          </a:stretch>
        </p:blipFill>
        <p:spPr>
          <a:xfrm>
            <a:off x="1683014" y="206376"/>
            <a:ext cx="8825971" cy="6649243"/>
          </a:xfrm>
          <a:prstGeom prst="rect">
            <a:avLst/>
          </a:prstGeom>
        </p:spPr>
      </p:pic>
    </p:spTree>
    <p:extLst>
      <p:ext uri="{BB962C8B-B14F-4D97-AF65-F5344CB8AC3E}">
        <p14:creationId xmlns:p14="http://schemas.microsoft.com/office/powerpoint/2010/main" val="2833191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blue and white table with text&#10;&#10;AI-generated content may be incorrect.">
            <a:extLst>
              <a:ext uri="{FF2B5EF4-FFF2-40B4-BE49-F238E27FC236}">
                <a16:creationId xmlns:a16="http://schemas.microsoft.com/office/drawing/2014/main" id="{8EE5417C-DC37-9F86-014C-00F3CCF48D4A}"/>
              </a:ext>
            </a:extLst>
          </p:cNvPr>
          <p:cNvPicPr>
            <a:picLocks noGrp="1" noChangeAspect="1"/>
          </p:cNvPicPr>
          <p:nvPr>
            <p:ph idx="1"/>
          </p:nvPr>
        </p:nvPicPr>
        <p:blipFill>
          <a:blip r:embed="rId2"/>
          <a:stretch>
            <a:fillRect/>
          </a:stretch>
        </p:blipFill>
        <p:spPr>
          <a:xfrm>
            <a:off x="1480608" y="3969"/>
            <a:ext cx="9218877" cy="6851650"/>
          </a:xfrm>
          <a:prstGeom prst="rect">
            <a:avLst/>
          </a:prstGeom>
        </p:spPr>
      </p:pic>
    </p:spTree>
    <p:extLst>
      <p:ext uri="{BB962C8B-B14F-4D97-AF65-F5344CB8AC3E}">
        <p14:creationId xmlns:p14="http://schemas.microsoft.com/office/powerpoint/2010/main" val="4048886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6113" y="690"/>
            <a:ext cx="10515600" cy="883824"/>
          </a:xfrm>
        </p:spPr>
        <p:txBody>
          <a:bodyPr>
            <a:normAutofit/>
          </a:bodyPr>
          <a:lstStyle/>
          <a:p>
            <a:r>
              <a:rPr sz="3200"/>
              <a:t>Analysis: Drive-By Attack to Ransomware Sequence</a:t>
            </a:r>
            <a:endParaRPr lang="en-US" sz="3200"/>
          </a:p>
        </p:txBody>
      </p:sp>
      <p:graphicFrame>
        <p:nvGraphicFramePr>
          <p:cNvPr id="3" name="Table 2"/>
          <p:cNvGraphicFramePr>
            <a:graphicFrameLocks noGrp="1"/>
          </p:cNvGraphicFramePr>
          <p:nvPr>
            <p:extLst>
              <p:ext uri="{D42A27DB-BD31-4B8C-83A1-F6EECF244321}">
                <p14:modId xmlns:p14="http://schemas.microsoft.com/office/powerpoint/2010/main" val="1309589813"/>
              </p:ext>
            </p:extLst>
          </p:nvPr>
        </p:nvGraphicFramePr>
        <p:xfrm>
          <a:off x="110434" y="728869"/>
          <a:ext cx="11976970" cy="6143108"/>
        </p:xfrm>
        <a:graphic>
          <a:graphicData uri="http://schemas.openxmlformats.org/drawingml/2006/table">
            <a:tbl>
              <a:tblPr firstRow="1" bandRow="1">
                <a:tableStyleId>{5C22544A-7EE6-4342-B048-85BDC9FD1C3A}</a:tableStyleId>
              </a:tblPr>
              <a:tblGrid>
                <a:gridCol w="2395394">
                  <a:extLst>
                    <a:ext uri="{9D8B030D-6E8A-4147-A177-3AD203B41FA5}">
                      <a16:colId xmlns:a16="http://schemas.microsoft.com/office/drawing/2014/main" val="20000"/>
                    </a:ext>
                  </a:extLst>
                </a:gridCol>
                <a:gridCol w="2395394">
                  <a:extLst>
                    <a:ext uri="{9D8B030D-6E8A-4147-A177-3AD203B41FA5}">
                      <a16:colId xmlns:a16="http://schemas.microsoft.com/office/drawing/2014/main" val="20001"/>
                    </a:ext>
                  </a:extLst>
                </a:gridCol>
                <a:gridCol w="2395394">
                  <a:extLst>
                    <a:ext uri="{9D8B030D-6E8A-4147-A177-3AD203B41FA5}">
                      <a16:colId xmlns:a16="http://schemas.microsoft.com/office/drawing/2014/main" val="20002"/>
                    </a:ext>
                  </a:extLst>
                </a:gridCol>
                <a:gridCol w="2395394">
                  <a:extLst>
                    <a:ext uri="{9D8B030D-6E8A-4147-A177-3AD203B41FA5}">
                      <a16:colId xmlns:a16="http://schemas.microsoft.com/office/drawing/2014/main" val="20003"/>
                    </a:ext>
                  </a:extLst>
                </a:gridCol>
                <a:gridCol w="2395394">
                  <a:extLst>
                    <a:ext uri="{9D8B030D-6E8A-4147-A177-3AD203B41FA5}">
                      <a16:colId xmlns:a16="http://schemas.microsoft.com/office/drawing/2014/main" val="20004"/>
                    </a:ext>
                  </a:extLst>
                </a:gridCol>
              </a:tblGrid>
              <a:tr h="415636">
                <a:tc>
                  <a:txBody>
                    <a:bodyPr/>
                    <a:lstStyle/>
                    <a:p>
                      <a:r>
                        <a:t>Step</a:t>
                      </a:r>
                    </a:p>
                  </a:txBody>
                  <a:tcPr/>
                </a:tc>
                <a:tc>
                  <a:txBody>
                    <a:bodyPr/>
                    <a:lstStyle/>
                    <a:p>
                      <a:r>
                        <a:t>Stage</a:t>
                      </a:r>
                    </a:p>
                  </a:txBody>
                  <a:tcPr/>
                </a:tc>
                <a:tc>
                  <a:txBody>
                    <a:bodyPr/>
                    <a:lstStyle/>
                    <a:p>
                      <a:r>
                        <a:t>Domain / Indicator</a:t>
                      </a:r>
                    </a:p>
                  </a:txBody>
                  <a:tcPr/>
                </a:tc>
                <a:tc>
                  <a:txBody>
                    <a:bodyPr/>
                    <a:lstStyle/>
                    <a:p>
                      <a:r>
                        <a:t>Activity</a:t>
                      </a:r>
                    </a:p>
                  </a:txBody>
                  <a:tcPr/>
                </a:tc>
                <a:tc>
                  <a:txBody>
                    <a:bodyPr/>
                    <a:lstStyle/>
                    <a:p>
                      <a:r>
                        <a:t>Purpose / Outcome</a:t>
                      </a:r>
                    </a:p>
                  </a:txBody>
                  <a:tcPr/>
                </a:tc>
                <a:extLst>
                  <a:ext uri="{0D108BD9-81ED-4DB2-BD59-A6C34878D82A}">
                    <a16:rowId xmlns:a16="http://schemas.microsoft.com/office/drawing/2014/main" val="10000"/>
                  </a:ext>
                </a:extLst>
              </a:tr>
              <a:tr h="415636">
                <a:tc>
                  <a:txBody>
                    <a:bodyPr/>
                    <a:lstStyle/>
                    <a:p>
                      <a:r>
                        <a:t>1</a:t>
                      </a:r>
                    </a:p>
                  </a:txBody>
                  <a:tcPr/>
                </a:tc>
                <a:tc>
                  <a:txBody>
                    <a:bodyPr/>
                    <a:lstStyle/>
                    <a:p>
                      <a:r>
                        <a:t>Initial Access</a:t>
                      </a:r>
                    </a:p>
                  </a:txBody>
                  <a:tcPr/>
                </a:tc>
                <a:tc>
                  <a:txBody>
                    <a:bodyPr/>
                    <a:lstStyle/>
                    <a:p>
                      <a:r>
                        <a:t>homeimprovement.com</a:t>
                      </a:r>
                    </a:p>
                  </a:txBody>
                  <a:tcPr/>
                </a:tc>
                <a:tc>
                  <a:txBody>
                    <a:bodyPr/>
                    <a:lstStyle/>
                    <a:p>
                      <a:r>
                        <a:t>User visits site</a:t>
                      </a:r>
                    </a:p>
                  </a:txBody>
                  <a:tcPr/>
                </a:tc>
                <a:tc>
                  <a:txBody>
                    <a:bodyPr/>
                    <a:lstStyle/>
                    <a:p>
                      <a:r>
                        <a:t>Entry point (benign/malvertising)</a:t>
                      </a:r>
                    </a:p>
                  </a:txBody>
                  <a:tcPr/>
                </a:tc>
                <a:extLst>
                  <a:ext uri="{0D108BD9-81ED-4DB2-BD59-A6C34878D82A}">
                    <a16:rowId xmlns:a16="http://schemas.microsoft.com/office/drawing/2014/main" val="10001"/>
                  </a:ext>
                </a:extLst>
              </a:tr>
              <a:tr h="415636">
                <a:tc>
                  <a:txBody>
                    <a:bodyPr/>
                    <a:lstStyle/>
                    <a:p>
                      <a:r>
                        <a:t>2</a:t>
                      </a:r>
                    </a:p>
                  </a:txBody>
                  <a:tcPr/>
                </a:tc>
                <a:tc>
                  <a:txBody>
                    <a:bodyPr/>
                    <a:lstStyle/>
                    <a:p>
                      <a:r>
                        <a:t>Redirection</a:t>
                      </a:r>
                    </a:p>
                  </a:txBody>
                  <a:tcPr/>
                </a:tc>
                <a:tc>
                  <a:txBody>
                    <a:bodyPr/>
                    <a:lstStyle/>
                    <a:p>
                      <a:r>
                        <a:t>tyu.benme.com</a:t>
                      </a:r>
                    </a:p>
                  </a:txBody>
                  <a:tcPr/>
                </a:tc>
                <a:tc>
                  <a:txBody>
                    <a:bodyPr/>
                    <a:lstStyle/>
                    <a:p>
                      <a:r>
                        <a:t>Silent redirect</a:t>
                      </a:r>
                    </a:p>
                  </a:txBody>
                  <a:tcPr/>
                </a:tc>
                <a:tc>
                  <a:txBody>
                    <a:bodyPr/>
                    <a:lstStyle/>
                    <a:p>
                      <a:r>
                        <a:t>Attacker-controlled redirect</a:t>
                      </a:r>
                    </a:p>
                  </a:txBody>
                  <a:tcPr/>
                </a:tc>
                <a:extLst>
                  <a:ext uri="{0D108BD9-81ED-4DB2-BD59-A6C34878D82A}">
                    <a16:rowId xmlns:a16="http://schemas.microsoft.com/office/drawing/2014/main" val="10002"/>
                  </a:ext>
                </a:extLst>
              </a:tr>
              <a:tr h="415636">
                <a:tc>
                  <a:txBody>
                    <a:bodyPr/>
                    <a:lstStyle/>
                    <a:p>
                      <a:r>
                        <a:t>3</a:t>
                      </a:r>
                    </a:p>
                  </a:txBody>
                  <a:tcPr/>
                </a:tc>
                <a:tc>
                  <a:txBody>
                    <a:bodyPr/>
                    <a:lstStyle/>
                    <a:p>
                      <a:r>
                        <a:t>Exploit Kit Landing</a:t>
                      </a:r>
                    </a:p>
                  </a:txBody>
                  <a:tcPr/>
                </a:tc>
                <a:tc>
                  <a:txBody>
                    <a:bodyPr/>
                    <a:lstStyle/>
                    <a:p>
                      <a:r>
                        <a:t>spotsbill.com</a:t>
                      </a:r>
                    </a:p>
                  </a:txBody>
                  <a:tcPr/>
                </a:tc>
                <a:tc>
                  <a:txBody>
                    <a:bodyPr/>
                    <a:lstStyle/>
                    <a:p>
                      <a:r>
                        <a:t>Landing page loads</a:t>
                      </a:r>
                    </a:p>
                  </a:txBody>
                  <a:tcPr/>
                </a:tc>
                <a:tc>
                  <a:txBody>
                    <a:bodyPr/>
                    <a:lstStyle/>
                    <a:p>
                      <a:r>
                        <a:t>System fingerprinting (EK staging)</a:t>
                      </a:r>
                    </a:p>
                  </a:txBody>
                  <a:tcPr/>
                </a:tc>
                <a:extLst>
                  <a:ext uri="{0D108BD9-81ED-4DB2-BD59-A6C34878D82A}">
                    <a16:rowId xmlns:a16="http://schemas.microsoft.com/office/drawing/2014/main" val="10003"/>
                  </a:ext>
                </a:extLst>
              </a:tr>
              <a:tr h="415636">
                <a:tc>
                  <a:txBody>
                    <a:bodyPr/>
                    <a:lstStyle/>
                    <a:p>
                      <a:r>
                        <a:t>4</a:t>
                      </a:r>
                    </a:p>
                  </a:txBody>
                  <a:tcPr/>
                </a:tc>
                <a:tc>
                  <a:txBody>
                    <a:bodyPr/>
                    <a:lstStyle/>
                    <a:p>
                      <a:r>
                        <a:t>Infrastructure</a:t>
                      </a:r>
                    </a:p>
                  </a:txBody>
                  <a:tcPr/>
                </a:tc>
                <a:tc>
                  <a:txBody>
                    <a:bodyPr/>
                    <a:lstStyle/>
                    <a:p>
                      <a:r>
                        <a:t>api.blockcypher.com</a:t>
                      </a:r>
                    </a:p>
                  </a:txBody>
                  <a:tcPr/>
                </a:tc>
                <a:tc>
                  <a:txBody>
                    <a:bodyPr/>
                    <a:lstStyle/>
                    <a:p>
                      <a:r>
                        <a:t>Background requests</a:t>
                      </a:r>
                    </a:p>
                  </a:txBody>
                  <a:tcPr/>
                </a:tc>
                <a:tc>
                  <a:txBody>
                    <a:bodyPr/>
                    <a:lstStyle/>
                    <a:p>
                      <a:r>
                        <a:t>Blends with legit traffic</a:t>
                      </a:r>
                    </a:p>
                  </a:txBody>
                  <a:tcPr/>
                </a:tc>
                <a:extLst>
                  <a:ext uri="{0D108BD9-81ED-4DB2-BD59-A6C34878D82A}">
                    <a16:rowId xmlns:a16="http://schemas.microsoft.com/office/drawing/2014/main" val="10004"/>
                  </a:ext>
                </a:extLst>
              </a:tr>
              <a:tr h="415636">
                <a:tc>
                  <a:txBody>
                    <a:bodyPr/>
                    <a:lstStyle/>
                    <a:p>
                      <a:r>
                        <a:t>5</a:t>
                      </a:r>
                    </a:p>
                  </a:txBody>
                  <a:tcPr/>
                </a:tc>
                <a:tc>
                  <a:txBody>
                    <a:bodyPr/>
                    <a:lstStyle/>
                    <a:p>
                      <a:r>
                        <a:t>Exploit Delivery</a:t>
                      </a:r>
                    </a:p>
                  </a:txBody>
                  <a:tcPr/>
                </a:tc>
                <a:tc>
                  <a:txBody>
                    <a:bodyPr/>
                    <a:lstStyle/>
                    <a:p>
                      <a:r>
                        <a:t>p27d0khpz2n7nvgr.1jw2lx.top</a:t>
                      </a:r>
                    </a:p>
                  </a:txBody>
                  <a:tcPr/>
                </a:tc>
                <a:tc>
                  <a:txBody>
                    <a:bodyPr/>
                    <a:lstStyle/>
                    <a:p>
                      <a:r>
                        <a:t>Multiple requests</a:t>
                      </a:r>
                    </a:p>
                  </a:txBody>
                  <a:tcPr/>
                </a:tc>
                <a:tc>
                  <a:txBody>
                    <a:bodyPr/>
                    <a:lstStyle/>
                    <a:p>
                      <a:r>
                        <a:t>RIG exploit kit delivery</a:t>
                      </a:r>
                    </a:p>
                  </a:txBody>
                  <a:tcPr/>
                </a:tc>
                <a:extLst>
                  <a:ext uri="{0D108BD9-81ED-4DB2-BD59-A6C34878D82A}">
                    <a16:rowId xmlns:a16="http://schemas.microsoft.com/office/drawing/2014/main" val="10005"/>
                  </a:ext>
                </a:extLst>
              </a:tr>
              <a:tr h="415636">
                <a:tc>
                  <a:txBody>
                    <a:bodyPr/>
                    <a:lstStyle/>
                    <a:p>
                      <a:r>
                        <a:t>6</a:t>
                      </a:r>
                    </a:p>
                  </a:txBody>
                  <a:tcPr/>
                </a:tc>
                <a:tc>
                  <a:txBody>
                    <a:bodyPr/>
                    <a:lstStyle/>
                    <a:p>
                      <a:r>
                        <a:t>Exploitation</a:t>
                      </a:r>
                    </a:p>
                  </a:txBody>
                  <a:tcPr/>
                </a:tc>
                <a:tc>
                  <a:txBody>
                    <a:bodyPr/>
                    <a:lstStyle/>
                    <a:p>
                      <a:r>
                        <a:t>RIG EK URI Struct</a:t>
                      </a:r>
                    </a:p>
                  </a:txBody>
                  <a:tcPr/>
                </a:tc>
                <a:tc>
                  <a:txBody>
                    <a:bodyPr/>
                    <a:lstStyle/>
                    <a:p>
                      <a:r>
                        <a:t>Exploit triggered</a:t>
                      </a:r>
                    </a:p>
                  </a:txBody>
                  <a:tcPr/>
                </a:tc>
                <a:tc>
                  <a:txBody>
                    <a:bodyPr/>
                    <a:lstStyle/>
                    <a:p>
                      <a:r>
                        <a:t>Vulnerability exploited</a:t>
                      </a:r>
                    </a:p>
                  </a:txBody>
                  <a:tcPr/>
                </a:tc>
                <a:extLst>
                  <a:ext uri="{0D108BD9-81ED-4DB2-BD59-A6C34878D82A}">
                    <a16:rowId xmlns:a16="http://schemas.microsoft.com/office/drawing/2014/main" val="10006"/>
                  </a:ext>
                </a:extLst>
              </a:tr>
              <a:tr h="415636">
                <a:tc>
                  <a:txBody>
                    <a:bodyPr/>
                    <a:lstStyle/>
                    <a:p>
                      <a:r>
                        <a:t>7</a:t>
                      </a:r>
                    </a:p>
                  </a:txBody>
                  <a:tcPr/>
                </a:tc>
                <a:tc>
                  <a:txBody>
                    <a:bodyPr/>
                    <a:lstStyle/>
                    <a:p>
                      <a:r>
                        <a:t>Payload Assist</a:t>
                      </a:r>
                    </a:p>
                  </a:txBody>
                  <a:tcPr/>
                </a:tc>
                <a:tc>
                  <a:txBody>
                    <a:bodyPr/>
                    <a:lstStyle/>
                    <a:p>
                      <a:r>
                        <a:t>fpdownload2.macromedia.com</a:t>
                      </a:r>
                    </a:p>
                  </a:txBody>
                  <a:tcPr/>
                </a:tc>
                <a:tc>
                  <a:txBody>
                    <a:bodyPr/>
                    <a:lstStyle/>
                    <a:p>
                      <a:r>
                        <a:t>Flash interaction</a:t>
                      </a:r>
                    </a:p>
                  </a:txBody>
                  <a:tcPr/>
                </a:tc>
                <a:tc>
                  <a:txBody>
                    <a:bodyPr/>
                    <a:lstStyle/>
                    <a:p>
                      <a:r>
                        <a:t>Exploit support</a:t>
                      </a:r>
                    </a:p>
                  </a:txBody>
                  <a:tcPr/>
                </a:tc>
                <a:extLst>
                  <a:ext uri="{0D108BD9-81ED-4DB2-BD59-A6C34878D82A}">
                    <a16:rowId xmlns:a16="http://schemas.microsoft.com/office/drawing/2014/main" val="10007"/>
                  </a:ext>
                </a:extLst>
              </a:tr>
              <a:tr h="415636">
                <a:tc>
                  <a:txBody>
                    <a:bodyPr/>
                    <a:lstStyle/>
                    <a:p>
                      <a:r>
                        <a:t>8</a:t>
                      </a:r>
                    </a:p>
                  </a:txBody>
                  <a:tcPr/>
                </a:tc>
                <a:tc>
                  <a:txBody>
                    <a:bodyPr/>
                    <a:lstStyle/>
                    <a:p>
                      <a:r>
                        <a:t>Payload Download</a:t>
                      </a:r>
                    </a:p>
                  </a:txBody>
                  <a:tcPr/>
                </a:tc>
                <a:tc>
                  <a:txBody>
                    <a:bodyPr/>
                    <a:lstStyle/>
                    <a:p>
                      <a:r>
                        <a:t>tyu.benme.com</a:t>
                      </a:r>
                    </a:p>
                  </a:txBody>
                  <a:tcPr/>
                </a:tc>
                <a:tc>
                  <a:txBody>
                    <a:bodyPr/>
                    <a:lstStyle/>
                    <a:p>
                      <a:r>
                        <a:t>Executable delivered</a:t>
                      </a:r>
                    </a:p>
                  </a:txBody>
                  <a:tcPr/>
                </a:tc>
                <a:tc>
                  <a:txBody>
                    <a:bodyPr/>
                    <a:lstStyle/>
                    <a:p>
                      <a:r>
                        <a:t>Malware downloaded</a:t>
                      </a:r>
                    </a:p>
                  </a:txBody>
                  <a:tcPr/>
                </a:tc>
                <a:extLst>
                  <a:ext uri="{0D108BD9-81ED-4DB2-BD59-A6C34878D82A}">
                    <a16:rowId xmlns:a16="http://schemas.microsoft.com/office/drawing/2014/main" val="10008"/>
                  </a:ext>
                </a:extLst>
              </a:tr>
              <a:tr h="415636">
                <a:tc>
                  <a:txBody>
                    <a:bodyPr/>
                    <a:lstStyle/>
                    <a:p>
                      <a:r>
                        <a:t>9</a:t>
                      </a:r>
                    </a:p>
                  </a:txBody>
                  <a:tcPr/>
                </a:tc>
                <a:tc>
                  <a:txBody>
                    <a:bodyPr/>
                    <a:lstStyle/>
                    <a:p>
                      <a:r>
                        <a:t>C2 Communication</a:t>
                      </a:r>
                    </a:p>
                  </a:txBody>
                  <a:tcPr/>
                </a:tc>
                <a:tc>
                  <a:txBody>
                    <a:bodyPr/>
                    <a:lstStyle/>
                    <a:p>
                      <a:r>
                        <a:t>p27d0khpz2n7nvgr.1jw2lx.top</a:t>
                      </a:r>
                    </a:p>
                  </a:txBody>
                  <a:tcPr/>
                </a:tc>
                <a:tc>
                  <a:txBody>
                    <a:bodyPr/>
                    <a:lstStyle/>
                    <a:p>
                      <a:r>
                        <a:t>Beaconing activity</a:t>
                      </a:r>
                    </a:p>
                  </a:txBody>
                  <a:tcPr/>
                </a:tc>
                <a:tc>
                  <a:txBody>
                    <a:bodyPr/>
                    <a:lstStyle/>
                    <a:p>
                      <a:r>
                        <a:t>Attacker communication</a:t>
                      </a:r>
                    </a:p>
                  </a:txBody>
                  <a:tcPr/>
                </a:tc>
                <a:extLst>
                  <a:ext uri="{0D108BD9-81ED-4DB2-BD59-A6C34878D82A}">
                    <a16:rowId xmlns:a16="http://schemas.microsoft.com/office/drawing/2014/main" val="10009"/>
                  </a:ext>
                </a:extLst>
              </a:tr>
              <a:tr h="415640">
                <a:tc>
                  <a:txBody>
                    <a:bodyPr/>
                    <a:lstStyle/>
                    <a:p>
                      <a:r>
                        <a:t>10</a:t>
                      </a:r>
                    </a:p>
                  </a:txBody>
                  <a:tcPr/>
                </a:tc>
                <a:tc>
                  <a:txBody>
                    <a:bodyPr/>
                    <a:lstStyle/>
                    <a:p>
                      <a:r>
                        <a:t>Impact</a:t>
                      </a:r>
                    </a:p>
                  </a:txBody>
                  <a:tcPr/>
                </a:tc>
                <a:tc>
                  <a:txBody>
                    <a:bodyPr/>
                    <a:lstStyle/>
                    <a:p>
                      <a:r>
                        <a:t>Cerber Indicators</a:t>
                      </a:r>
                    </a:p>
                  </a:txBody>
                  <a:tcPr/>
                </a:tc>
                <a:tc>
                  <a:txBody>
                    <a:bodyPr/>
                    <a:lstStyle/>
                    <a:p>
                      <a:r>
                        <a:t>Ransomware runs</a:t>
                      </a:r>
                    </a:p>
                  </a:txBody>
                  <a:tcPr/>
                </a:tc>
                <a:tc>
                  <a:txBody>
                    <a:bodyPr/>
                    <a:lstStyle/>
                    <a:p>
                      <a:r>
                        <a:t>System encrypted</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487790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C549E-C62C-7AF9-F61C-9E2BB5949722}"/>
              </a:ext>
            </a:extLst>
          </p:cNvPr>
          <p:cNvSpPr>
            <a:spLocks noGrp="1"/>
          </p:cNvSpPr>
          <p:nvPr>
            <p:ph type="title"/>
          </p:nvPr>
        </p:nvSpPr>
        <p:spPr/>
        <p:txBody>
          <a:bodyPr/>
          <a:lstStyle/>
          <a:p>
            <a:r>
              <a:rPr lang="en-US"/>
              <a:t>Analysis, continued</a:t>
            </a:r>
          </a:p>
        </p:txBody>
      </p:sp>
      <p:sp>
        <p:nvSpPr>
          <p:cNvPr id="3" name="TextBox 2">
            <a:extLst>
              <a:ext uri="{FF2B5EF4-FFF2-40B4-BE49-F238E27FC236}">
                <a16:creationId xmlns:a16="http://schemas.microsoft.com/office/drawing/2014/main" id="{2BE3BD00-7629-377E-561A-6825C154D7FF}"/>
              </a:ext>
            </a:extLst>
          </p:cNvPr>
          <p:cNvSpPr txBox="1"/>
          <p:nvPr/>
        </p:nvSpPr>
        <p:spPr>
          <a:xfrm>
            <a:off x="1035843" y="1881187"/>
            <a:ext cx="9810749"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The analysis shows that the attack followed a structured drive-by infection chain targeting the host </a:t>
            </a:r>
            <a:r>
              <a:rPr lang="en-US" b="1">
                <a:ea typeface="+mn-lt"/>
                <a:cs typeface="+mn-lt"/>
              </a:rPr>
              <a:t>172.16.4.193</a:t>
            </a:r>
            <a:r>
              <a:rPr lang="en-US">
                <a:ea typeface="+mn-lt"/>
                <a:cs typeface="+mn-lt"/>
              </a:rPr>
              <a:t>, which initially accessed </a:t>
            </a:r>
            <a:r>
              <a:rPr lang="en-US" i="1">
                <a:ea typeface="+mn-lt"/>
                <a:cs typeface="+mn-lt"/>
              </a:rPr>
              <a:t>homeimprovement.com</a:t>
            </a:r>
            <a:r>
              <a:rPr lang="en-US">
                <a:ea typeface="+mn-lt"/>
                <a:cs typeface="+mn-lt"/>
              </a:rPr>
              <a:t> and was silently redirected to the malicious domain </a:t>
            </a:r>
            <a:r>
              <a:rPr lang="en-US" i="1">
                <a:ea typeface="+mn-lt"/>
                <a:cs typeface="+mn-lt"/>
              </a:rPr>
              <a:t>tyu.benme.com</a:t>
            </a:r>
            <a:r>
              <a:rPr lang="en-US">
                <a:ea typeface="+mn-lt"/>
                <a:cs typeface="+mn-lt"/>
              </a:rPr>
              <a:t>. From there, the system was routed to </a:t>
            </a:r>
            <a:r>
              <a:rPr lang="en-US" i="1">
                <a:ea typeface="+mn-lt"/>
                <a:cs typeface="+mn-lt"/>
              </a:rPr>
              <a:t>spotsbill.com</a:t>
            </a:r>
            <a:r>
              <a:rPr lang="en-US">
                <a:ea typeface="+mn-lt"/>
                <a:cs typeface="+mn-lt"/>
              </a:rPr>
              <a:t>, serving as an exploit kit landing page where the </a:t>
            </a:r>
            <a:r>
              <a:rPr lang="en-US" b="1">
                <a:ea typeface="+mn-lt"/>
                <a:cs typeface="+mn-lt"/>
              </a:rPr>
              <a:t>RIG exploit kit</a:t>
            </a:r>
            <a:r>
              <a:rPr lang="en-US">
                <a:ea typeface="+mn-lt"/>
                <a:cs typeface="+mn-lt"/>
              </a:rPr>
              <a:t> performed system fingerprinting and delivered exploit code. Subsequent communication with a randomized </a:t>
            </a:r>
            <a:r>
              <a:rPr lang="en-US" i="1">
                <a:ea typeface="+mn-lt"/>
                <a:cs typeface="+mn-lt"/>
              </a:rPr>
              <a:t>.top</a:t>
            </a:r>
            <a:r>
              <a:rPr lang="en-US">
                <a:ea typeface="+mn-lt"/>
                <a:cs typeface="+mn-lt"/>
              </a:rPr>
              <a:t> domain (</a:t>
            </a:r>
            <a:r>
              <a:rPr lang="en-US" i="1">
                <a:ea typeface="+mn-lt"/>
                <a:cs typeface="+mn-lt"/>
              </a:rPr>
              <a:t>p27d0khpz2n7nvgr.1jw2lx.top</a:t>
            </a:r>
            <a:r>
              <a:rPr lang="en-US">
                <a:ea typeface="+mn-lt"/>
                <a:cs typeface="+mn-lt"/>
              </a:rPr>
              <a:t>), resolving to the malicious IP </a:t>
            </a:r>
            <a:r>
              <a:rPr lang="en-US" b="1">
                <a:ea typeface="+mn-lt"/>
                <a:cs typeface="+mn-lt"/>
              </a:rPr>
              <a:t>194.87.234.129</a:t>
            </a:r>
            <a:r>
              <a:rPr lang="en-US">
                <a:ea typeface="+mn-lt"/>
                <a:cs typeface="+mn-lt"/>
              </a:rPr>
              <a:t>, confirmed the delivery and command-and-control infrastructure. Wireshark analysis verified the download of a malicious executable (</a:t>
            </a:r>
            <a:r>
              <a:rPr lang="en-US" i="1">
                <a:ea typeface="+mn-lt"/>
                <a:cs typeface="+mn-lt"/>
              </a:rPr>
              <a:t>application/x-msdownload</a:t>
            </a:r>
            <a:r>
              <a:rPr lang="en-US">
                <a:ea typeface="+mn-lt"/>
                <a:cs typeface="+mn-lt"/>
              </a:rPr>
              <a:t>), after which the host exhibited a surge in DNS activity and established persistent outbound connections, including HTTP POST beaconing and encrypted TLS traffic. These behaviors, along with correlated Security Onion alerts indicating exploit kit activity and Cerber ransomware indicators, confirm that the system was successfully exploited, infected, and brought under attacker control, ultimately resulting in ransomware deployment.</a:t>
            </a:r>
            <a:endParaRPr lang="en-US"/>
          </a:p>
          <a:p>
            <a:pPr algn="l"/>
            <a:endParaRPr lang="en-US" dirty="0"/>
          </a:p>
        </p:txBody>
      </p:sp>
    </p:spTree>
    <p:extLst>
      <p:ext uri="{BB962C8B-B14F-4D97-AF65-F5344CB8AC3E}">
        <p14:creationId xmlns:p14="http://schemas.microsoft.com/office/powerpoint/2010/main" val="986249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93225-6649-7EFA-062A-92FAB6699C33}"/>
              </a:ext>
            </a:extLst>
          </p:cNvPr>
          <p:cNvSpPr>
            <a:spLocks noGrp="1"/>
          </p:cNvSpPr>
          <p:nvPr>
            <p:ph type="title"/>
          </p:nvPr>
        </p:nvSpPr>
        <p:spPr/>
        <p:txBody>
          <a:bodyPr/>
          <a:lstStyle/>
          <a:p>
            <a:endParaRPr lang="en-US"/>
          </a:p>
        </p:txBody>
      </p:sp>
      <p:pic>
        <p:nvPicPr>
          <p:cNvPr id="3" name="Picture 2">
            <a:extLst>
              <a:ext uri="{FF2B5EF4-FFF2-40B4-BE49-F238E27FC236}">
                <a16:creationId xmlns:a16="http://schemas.microsoft.com/office/drawing/2014/main" id="{66787D6B-A650-21BD-D695-06E6F4638E0B}"/>
              </a:ext>
            </a:extLst>
          </p:cNvPr>
          <p:cNvPicPr>
            <a:picLocks noChangeAspect="1"/>
          </p:cNvPicPr>
          <p:nvPr/>
        </p:nvPicPr>
        <p:blipFill>
          <a:blip r:embed="rId2"/>
          <a:stretch>
            <a:fillRect/>
          </a:stretch>
        </p:blipFill>
        <p:spPr>
          <a:xfrm>
            <a:off x="0" y="606083"/>
            <a:ext cx="12192000" cy="5645834"/>
          </a:xfrm>
          <a:prstGeom prst="rect">
            <a:avLst/>
          </a:prstGeom>
        </p:spPr>
      </p:pic>
    </p:spTree>
    <p:extLst>
      <p:ext uri="{BB962C8B-B14F-4D97-AF65-F5344CB8AC3E}">
        <p14:creationId xmlns:p14="http://schemas.microsoft.com/office/powerpoint/2010/main" val="3215759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771504-3A48-9F1D-8AAC-1BAEBC88DF68}"/>
              </a:ext>
            </a:extLst>
          </p:cNvPr>
          <p:cNvSpPr>
            <a:spLocks noGrp="1"/>
          </p:cNvSpPr>
          <p:nvPr>
            <p:ph type="title"/>
          </p:nvPr>
        </p:nvSpPr>
        <p:spPr>
          <a:xfrm>
            <a:off x="838200" y="365125"/>
            <a:ext cx="10515600" cy="1860400"/>
          </a:xfrm>
        </p:spPr>
        <p:txBody>
          <a:bodyPr vert="horz" lIns="91440" tIns="45720" rIns="91440" bIns="45720" rtlCol="0" anchor="ctr">
            <a:normAutofit/>
          </a:bodyPr>
          <a:lstStyle/>
          <a:p>
            <a:r>
              <a:rPr lang="en-US" sz="5200" kern="1200">
                <a:solidFill>
                  <a:schemeClr val="tx1"/>
                </a:solidFill>
                <a:latin typeface="+mj-lt"/>
                <a:ea typeface="+mj-ea"/>
                <a:cs typeface="+mj-cs"/>
              </a:rPr>
              <a:t>Evidence</a:t>
            </a:r>
          </a:p>
        </p:txBody>
      </p:sp>
      <p:pic>
        <p:nvPicPr>
          <p:cNvPr id="5" name="Picture 4" descr="A screenshot of a computer&#10;&#10;AI-generated content may be incorrect.">
            <a:extLst>
              <a:ext uri="{FF2B5EF4-FFF2-40B4-BE49-F238E27FC236}">
                <a16:creationId xmlns:a16="http://schemas.microsoft.com/office/drawing/2014/main" id="{E0430B8E-E6DE-8CFD-807E-2E0F571B1D00}"/>
              </a:ext>
            </a:extLst>
          </p:cNvPr>
          <p:cNvPicPr>
            <a:picLocks noChangeAspect="1"/>
          </p:cNvPicPr>
          <p:nvPr/>
        </p:nvPicPr>
        <p:blipFill>
          <a:blip r:embed="rId2"/>
          <a:stretch>
            <a:fillRect/>
          </a:stretch>
        </p:blipFill>
        <p:spPr>
          <a:xfrm>
            <a:off x="842258" y="1967720"/>
            <a:ext cx="4970039" cy="3938756"/>
          </a:xfrm>
          <a:prstGeom prst="rect">
            <a:avLst/>
          </a:prstGeom>
        </p:spPr>
      </p:pic>
      <p:pic>
        <p:nvPicPr>
          <p:cNvPr id="4" name="Content Placeholder 3" descr="A screenshot of a computer&#10;&#10;AI-generated content may be incorrect.">
            <a:extLst>
              <a:ext uri="{FF2B5EF4-FFF2-40B4-BE49-F238E27FC236}">
                <a16:creationId xmlns:a16="http://schemas.microsoft.com/office/drawing/2014/main" id="{D048C876-EA07-D4AA-E2B2-CE3C40AF181F}"/>
              </a:ext>
            </a:extLst>
          </p:cNvPr>
          <p:cNvPicPr>
            <a:picLocks noGrp="1" noChangeAspect="1"/>
          </p:cNvPicPr>
          <p:nvPr>
            <p:ph idx="1"/>
          </p:nvPr>
        </p:nvPicPr>
        <p:blipFill>
          <a:blip r:embed="rId3"/>
          <a:stretch>
            <a:fillRect/>
          </a:stretch>
        </p:blipFill>
        <p:spPr>
          <a:xfrm>
            <a:off x="6182505" y="3016019"/>
            <a:ext cx="5828261" cy="2637288"/>
          </a:xfrm>
          <a:prstGeom prst="rect">
            <a:avLst/>
          </a:prstGeom>
        </p:spPr>
      </p:pic>
    </p:spTree>
    <p:extLst>
      <p:ext uri="{BB962C8B-B14F-4D97-AF65-F5344CB8AC3E}">
        <p14:creationId xmlns:p14="http://schemas.microsoft.com/office/powerpoint/2010/main" val="2685541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3EB34-4D3A-2013-176F-CA8D994D527E}"/>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118D2290-C273-897E-5FA2-4DF0894B42AB}"/>
              </a:ext>
            </a:extLst>
          </p:cNvPr>
          <p:cNvPicPr>
            <a:picLocks noGrp="1" noChangeAspect="1"/>
          </p:cNvPicPr>
          <p:nvPr>
            <p:ph idx="1"/>
          </p:nvPr>
        </p:nvPicPr>
        <p:blipFill>
          <a:blip r:embed="rId2"/>
          <a:stretch>
            <a:fillRect/>
          </a:stretch>
        </p:blipFill>
        <p:spPr>
          <a:xfrm>
            <a:off x="838200" y="2341147"/>
            <a:ext cx="10515600" cy="3320293"/>
          </a:xfrm>
          <a:prstGeom prst="rect">
            <a:avLst/>
          </a:prstGeom>
        </p:spPr>
      </p:pic>
    </p:spTree>
    <p:extLst>
      <p:ext uri="{BB962C8B-B14F-4D97-AF65-F5344CB8AC3E}">
        <p14:creationId xmlns:p14="http://schemas.microsoft.com/office/powerpoint/2010/main" val="2538033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35251-8B84-60EC-92DC-4314C8139BA7}"/>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9DDE3935-4E6B-F859-5379-B45F388A0789}"/>
              </a:ext>
            </a:extLst>
          </p:cNvPr>
          <p:cNvPicPr>
            <a:picLocks noGrp="1" noChangeAspect="1"/>
          </p:cNvPicPr>
          <p:nvPr>
            <p:ph idx="1"/>
          </p:nvPr>
        </p:nvPicPr>
        <p:blipFill>
          <a:blip r:embed="rId2"/>
          <a:stretch>
            <a:fillRect/>
          </a:stretch>
        </p:blipFill>
        <p:spPr>
          <a:xfrm>
            <a:off x="442982" y="1220201"/>
            <a:ext cx="8743950" cy="3971925"/>
          </a:xfrm>
          <a:prstGeom prst="rect">
            <a:avLst/>
          </a:prstGeom>
        </p:spPr>
      </p:pic>
      <p:pic>
        <p:nvPicPr>
          <p:cNvPr id="5" name="Picture 4">
            <a:extLst>
              <a:ext uri="{FF2B5EF4-FFF2-40B4-BE49-F238E27FC236}">
                <a16:creationId xmlns:a16="http://schemas.microsoft.com/office/drawing/2014/main" id="{61D47208-D0E1-9CAB-2996-EE84905038B4}"/>
              </a:ext>
            </a:extLst>
          </p:cNvPr>
          <p:cNvPicPr>
            <a:picLocks noChangeAspect="1"/>
          </p:cNvPicPr>
          <p:nvPr/>
        </p:nvPicPr>
        <p:blipFill>
          <a:blip r:embed="rId3"/>
          <a:stretch>
            <a:fillRect/>
          </a:stretch>
        </p:blipFill>
        <p:spPr>
          <a:xfrm>
            <a:off x="4631834" y="2297043"/>
            <a:ext cx="6992333" cy="3975653"/>
          </a:xfrm>
          <a:prstGeom prst="rect">
            <a:avLst/>
          </a:prstGeom>
        </p:spPr>
      </p:pic>
    </p:spTree>
    <p:extLst>
      <p:ext uri="{BB962C8B-B14F-4D97-AF65-F5344CB8AC3E}">
        <p14:creationId xmlns:p14="http://schemas.microsoft.com/office/powerpoint/2010/main" val="2763514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79CDE-CE79-82E4-D751-53E46F1052FE}"/>
              </a:ext>
            </a:extLst>
          </p:cNvPr>
          <p:cNvSpPr>
            <a:spLocks noGrp="1"/>
          </p:cNvSpPr>
          <p:nvPr>
            <p:ph type="title"/>
          </p:nvPr>
        </p:nvSpPr>
        <p:spPr/>
        <p:txBody>
          <a:bodyPr/>
          <a:lstStyle/>
          <a:p>
            <a:endParaRPr lang="en-US"/>
          </a:p>
        </p:txBody>
      </p:sp>
      <p:pic>
        <p:nvPicPr>
          <p:cNvPr id="5" name="Picture 4" descr="A screenshot of a computer&#10;&#10;AI-generated content may be incorrect.">
            <a:extLst>
              <a:ext uri="{FF2B5EF4-FFF2-40B4-BE49-F238E27FC236}">
                <a16:creationId xmlns:a16="http://schemas.microsoft.com/office/drawing/2014/main" id="{9B60738A-9BFC-A385-56D9-AB11509A8180}"/>
              </a:ext>
            </a:extLst>
          </p:cNvPr>
          <p:cNvPicPr>
            <a:picLocks noChangeAspect="1"/>
          </p:cNvPicPr>
          <p:nvPr/>
        </p:nvPicPr>
        <p:blipFill>
          <a:blip r:embed="rId2"/>
          <a:stretch>
            <a:fillRect/>
          </a:stretch>
        </p:blipFill>
        <p:spPr>
          <a:xfrm>
            <a:off x="712089" y="66261"/>
            <a:ext cx="8360345" cy="4892261"/>
          </a:xfrm>
          <a:prstGeom prst="rect">
            <a:avLst/>
          </a:prstGeom>
        </p:spPr>
      </p:pic>
      <p:pic>
        <p:nvPicPr>
          <p:cNvPr id="8" name="Content Placeholder 7" descr="A screenshot of a computer&#10;&#10;AI-generated content may be incorrect.">
            <a:extLst>
              <a:ext uri="{FF2B5EF4-FFF2-40B4-BE49-F238E27FC236}">
                <a16:creationId xmlns:a16="http://schemas.microsoft.com/office/drawing/2014/main" id="{2C2B0878-DF89-B0FF-D1FF-6D900FD662C5}"/>
              </a:ext>
            </a:extLst>
          </p:cNvPr>
          <p:cNvPicPr>
            <a:picLocks noGrp="1" noChangeAspect="1"/>
          </p:cNvPicPr>
          <p:nvPr>
            <p:ph idx="1"/>
          </p:nvPr>
        </p:nvPicPr>
        <p:blipFill>
          <a:blip r:embed="rId3"/>
          <a:stretch>
            <a:fillRect/>
          </a:stretch>
        </p:blipFill>
        <p:spPr>
          <a:xfrm>
            <a:off x="999732" y="1825625"/>
            <a:ext cx="10192536" cy="4351338"/>
          </a:xfrm>
          <a:prstGeom prst="rect">
            <a:avLst/>
          </a:prstGeom>
        </p:spPr>
      </p:pic>
    </p:spTree>
    <p:extLst>
      <p:ext uri="{BB962C8B-B14F-4D97-AF65-F5344CB8AC3E}">
        <p14:creationId xmlns:p14="http://schemas.microsoft.com/office/powerpoint/2010/main" val="2426367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522D7-90F9-A00A-3A35-8C7D5EDF28F7}"/>
              </a:ext>
            </a:extLst>
          </p:cNvPr>
          <p:cNvSpPr>
            <a:spLocks noGrp="1"/>
          </p:cNvSpPr>
          <p:nvPr>
            <p:ph type="title"/>
          </p:nvPr>
        </p:nvSpPr>
        <p:spPr/>
        <p:txBody>
          <a:bodyPr/>
          <a:lstStyle/>
          <a:p>
            <a:endParaRPr lang="en-US"/>
          </a:p>
        </p:txBody>
      </p:sp>
      <p:pic>
        <p:nvPicPr>
          <p:cNvPr id="4" name="Content Placeholder 3" descr="A screenshot of a computer&#10;&#10;AI-generated content may be incorrect.">
            <a:extLst>
              <a:ext uri="{FF2B5EF4-FFF2-40B4-BE49-F238E27FC236}">
                <a16:creationId xmlns:a16="http://schemas.microsoft.com/office/drawing/2014/main" id="{5B12D4B9-CF11-505C-ECC0-57E151831F2E}"/>
              </a:ext>
            </a:extLst>
          </p:cNvPr>
          <p:cNvPicPr>
            <a:picLocks noGrp="1" noChangeAspect="1"/>
          </p:cNvPicPr>
          <p:nvPr>
            <p:ph idx="1"/>
          </p:nvPr>
        </p:nvPicPr>
        <p:blipFill>
          <a:blip r:embed="rId2"/>
          <a:stretch>
            <a:fillRect/>
          </a:stretch>
        </p:blipFill>
        <p:spPr>
          <a:xfrm>
            <a:off x="838200" y="2006531"/>
            <a:ext cx="10515600" cy="3989525"/>
          </a:xfrm>
          <a:prstGeom prst="rect">
            <a:avLst/>
          </a:prstGeom>
        </p:spPr>
      </p:pic>
    </p:spTree>
    <p:extLst>
      <p:ext uri="{BB962C8B-B14F-4D97-AF65-F5344CB8AC3E}">
        <p14:creationId xmlns:p14="http://schemas.microsoft.com/office/powerpoint/2010/main" val="3420620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7486C803-093A-7D8F-A216-60D21D81754E}"/>
              </a:ext>
            </a:extLst>
          </p:cNvPr>
          <p:cNvPicPr>
            <a:picLocks noGrp="1" noChangeAspect="1"/>
          </p:cNvPicPr>
          <p:nvPr>
            <p:ph idx="1"/>
          </p:nvPr>
        </p:nvPicPr>
        <p:blipFill>
          <a:blip r:embed="rId2"/>
          <a:stretch>
            <a:fillRect/>
          </a:stretch>
        </p:blipFill>
        <p:spPr>
          <a:xfrm>
            <a:off x="533720" y="1527451"/>
            <a:ext cx="7413952" cy="4351338"/>
          </a:xfrm>
          <a:prstGeom prst="rect">
            <a:avLst/>
          </a:prstGeom>
        </p:spPr>
      </p:pic>
      <p:sp>
        <p:nvSpPr>
          <p:cNvPr id="2" name="Title 1">
            <a:extLst>
              <a:ext uri="{FF2B5EF4-FFF2-40B4-BE49-F238E27FC236}">
                <a16:creationId xmlns:a16="http://schemas.microsoft.com/office/drawing/2014/main" id="{41206726-159F-7322-D43E-1D15F8EEFD51}"/>
              </a:ext>
            </a:extLst>
          </p:cNvPr>
          <p:cNvSpPr>
            <a:spLocks noGrp="1"/>
          </p:cNvSpPr>
          <p:nvPr>
            <p:ph type="title"/>
          </p:nvPr>
        </p:nvSpPr>
        <p:spPr>
          <a:xfrm>
            <a:off x="1677504" y="3258516"/>
            <a:ext cx="10515600" cy="1325563"/>
          </a:xfrm>
        </p:spPr>
        <p:txBody>
          <a:bodyPr>
            <a:normAutofit fontScale="90000"/>
          </a:bodyPr>
          <a:lstStyle/>
          <a:p>
            <a:r>
              <a:rPr lang="en-US" sz="1200" dirty="0"/>
              <a:t>🧠 What This Actually Is</a:t>
            </a:r>
          </a:p>
          <a:p>
            <a:r>
              <a:rPr lang="en-US" sz="1200" dirty="0">
                <a:ea typeface="+mj-lt"/>
                <a:cs typeface="+mj-lt"/>
              </a:rPr>
              <a:t>This is </a:t>
            </a:r>
            <a:r>
              <a:rPr lang="en-US" sz="1200" b="1" dirty="0">
                <a:ea typeface="+mj-lt"/>
                <a:cs typeface="+mj-lt"/>
              </a:rPr>
              <a:t>NOT normal website content</a:t>
            </a:r>
            <a:r>
              <a:rPr lang="en-US" sz="1200" dirty="0">
                <a:ea typeface="+mj-lt"/>
                <a:cs typeface="+mj-lt"/>
              </a:rPr>
              <a:t>.</a:t>
            </a:r>
            <a:endParaRPr lang="en-US" sz="1200" dirty="0"/>
          </a:p>
          <a:p>
            <a:r>
              <a:rPr lang="en-US" sz="1200" dirty="0"/>
              <a:t>🚨 Indicators:</a:t>
            </a:r>
          </a:p>
          <a:p>
            <a:r>
              <a:rPr lang="en-US" sz="1200" dirty="0">
                <a:ea typeface="+mj-lt"/>
                <a:cs typeface="+mj-lt"/>
              </a:rPr>
              <a:t>Long </a:t>
            </a:r>
            <a:r>
              <a:rPr lang="en-US" sz="1200" b="1" dirty="0">
                <a:ea typeface="+mj-lt"/>
                <a:cs typeface="+mj-lt"/>
              </a:rPr>
              <a:t>encoded blob</a:t>
            </a:r>
            <a:r>
              <a:rPr lang="en-US" sz="1200" dirty="0">
                <a:ea typeface="+mj-lt"/>
                <a:cs typeface="+mj-lt"/>
              </a:rPr>
              <a:t> </a:t>
            </a:r>
            <a:endParaRPr lang="en-US" sz="1200" dirty="0"/>
          </a:p>
          <a:p>
            <a:r>
              <a:rPr lang="en-US" sz="1200" dirty="0">
                <a:ea typeface="+mj-lt"/>
                <a:cs typeface="+mj-lt"/>
              </a:rPr>
              <a:t>No readable HTML structure </a:t>
            </a:r>
            <a:endParaRPr lang="en-US" sz="1200" dirty="0"/>
          </a:p>
          <a:p>
            <a:r>
              <a:rPr lang="en-US" sz="1200" dirty="0">
                <a:ea typeface="+mj-lt"/>
                <a:cs typeface="+mj-lt"/>
              </a:rPr>
              <a:t>No images, scripts, or UI elements </a:t>
            </a:r>
            <a:endParaRPr lang="en-US" sz="1200" dirty="0"/>
          </a:p>
          <a:p>
            <a:r>
              <a:rPr lang="en-US" sz="1200" dirty="0">
                <a:ea typeface="+mj-lt"/>
                <a:cs typeface="+mj-lt"/>
              </a:rPr>
              <a:t>Wrapped in a simple </a:t>
            </a:r>
            <a:r>
              <a:rPr lang="en-US" sz="1200" dirty="0">
                <a:latin typeface="Consolas"/>
              </a:rPr>
              <a:t>&lt;div&gt;</a:t>
            </a:r>
            <a:r>
              <a:rPr lang="en-US" sz="1200" dirty="0">
                <a:ea typeface="+mj-lt"/>
                <a:cs typeface="+mj-lt"/>
              </a:rPr>
              <a:t> </a:t>
            </a:r>
            <a:endParaRPr lang="en-US" sz="1200" dirty="0"/>
          </a:p>
          <a:p>
            <a:r>
              <a:rPr lang="en-US" sz="1200" dirty="0">
                <a:ea typeface="+mj-lt"/>
                <a:cs typeface="+mj-lt"/>
              </a:rPr>
              <a:t>👉 This is </a:t>
            </a:r>
            <a:r>
              <a:rPr lang="en-US" sz="1200" b="1" dirty="0">
                <a:ea typeface="+mj-lt"/>
                <a:cs typeface="+mj-lt"/>
              </a:rPr>
              <a:t>machine-to-machine communication</a:t>
            </a:r>
            <a:r>
              <a:rPr lang="en-US" sz="1200" dirty="0">
                <a:ea typeface="+mj-lt"/>
                <a:cs typeface="+mj-lt"/>
              </a:rPr>
              <a:t>, not user content.</a:t>
            </a:r>
            <a:endParaRPr lang="en-US" sz="1200" dirty="0"/>
          </a:p>
          <a:p>
            <a:br>
              <a:rPr lang="en-US" dirty="0"/>
            </a:br>
            <a:endParaRPr lang="en-US" sz="1200" dirty="0"/>
          </a:p>
          <a:p>
            <a:r>
              <a:rPr lang="en-US" sz="1200" dirty="0"/>
              <a:t>🔬 What Type of Data Is This?</a:t>
            </a:r>
          </a:p>
          <a:p>
            <a:r>
              <a:rPr lang="en-US" sz="1200" dirty="0">
                <a:ea typeface="+mj-lt"/>
                <a:cs typeface="+mj-lt"/>
              </a:rPr>
              <a:t>This strongly resembles:</a:t>
            </a:r>
            <a:endParaRPr lang="en-US" sz="1200" dirty="0"/>
          </a:p>
          <a:p>
            <a:r>
              <a:rPr lang="en-US" sz="1200" dirty="0"/>
              <a:t>✅ Base64-encoded payload or data</a:t>
            </a:r>
          </a:p>
          <a:p>
            <a:r>
              <a:rPr lang="en-US" sz="1200" dirty="0">
                <a:ea typeface="+mj-lt"/>
                <a:cs typeface="+mj-lt"/>
              </a:rPr>
              <a:t>Characteristics:</a:t>
            </a:r>
            <a:endParaRPr lang="en-US" sz="1200" dirty="0"/>
          </a:p>
          <a:p>
            <a:r>
              <a:rPr lang="en-US" sz="1200" dirty="0">
                <a:ea typeface="+mj-lt"/>
                <a:cs typeface="+mj-lt"/>
              </a:rPr>
              <a:t>A–Z, a–z, 0–9, </a:t>
            </a:r>
            <a:r>
              <a:rPr lang="en-US" sz="1200" dirty="0">
                <a:latin typeface="Consolas"/>
              </a:rPr>
              <a:t>+</a:t>
            </a:r>
            <a:r>
              <a:rPr lang="en-US" sz="1200" dirty="0">
                <a:ea typeface="+mj-lt"/>
                <a:cs typeface="+mj-lt"/>
              </a:rPr>
              <a:t>, </a:t>
            </a:r>
            <a:r>
              <a:rPr lang="en-US" sz="1200" dirty="0">
                <a:latin typeface="Consolas"/>
              </a:rPr>
              <a:t>/</a:t>
            </a:r>
            <a:r>
              <a:rPr lang="en-US" sz="1200" dirty="0">
                <a:ea typeface="+mj-lt"/>
                <a:cs typeface="+mj-lt"/>
              </a:rPr>
              <a:t> </a:t>
            </a:r>
            <a:endParaRPr lang="en-US" sz="1200" dirty="0"/>
          </a:p>
          <a:p>
            <a:r>
              <a:rPr lang="en-US" sz="1200" dirty="0">
                <a:ea typeface="+mj-lt"/>
                <a:cs typeface="+mj-lt"/>
              </a:rPr>
              <a:t>Long continuous string </a:t>
            </a:r>
            <a:endParaRPr lang="en-US" sz="1200" dirty="0"/>
          </a:p>
          <a:p>
            <a:r>
              <a:rPr lang="en-US" sz="1200" dirty="0">
                <a:ea typeface="+mj-lt"/>
                <a:cs typeface="+mj-lt"/>
              </a:rPr>
              <a:t>No spacing or formatting </a:t>
            </a:r>
            <a:endParaRPr lang="en-US" sz="1200" dirty="0"/>
          </a:p>
          <a:p>
            <a:r>
              <a:rPr lang="en-US" sz="1200" dirty="0">
                <a:ea typeface="+mj-lt"/>
                <a:cs typeface="+mj-lt"/>
              </a:rPr>
              <a:t>👉 Very typical of:</a:t>
            </a:r>
            <a:endParaRPr lang="en-US" sz="1200" dirty="0"/>
          </a:p>
          <a:p>
            <a:r>
              <a:rPr lang="en-US" sz="1200" dirty="0">
                <a:ea typeface="+mj-lt"/>
                <a:cs typeface="+mj-lt"/>
              </a:rPr>
              <a:t>Malware staging </a:t>
            </a:r>
            <a:endParaRPr lang="en-US" sz="1200" dirty="0"/>
          </a:p>
          <a:p>
            <a:r>
              <a:rPr lang="en-US" sz="1200" dirty="0">
                <a:ea typeface="+mj-lt"/>
                <a:cs typeface="+mj-lt"/>
              </a:rPr>
              <a:t>Encrypted/encoded C2 responses </a:t>
            </a:r>
            <a:endParaRPr lang="en-US" sz="1200" dirty="0"/>
          </a:p>
          <a:p>
            <a:r>
              <a:rPr lang="en-US" sz="1200" dirty="0">
                <a:ea typeface="+mj-lt"/>
                <a:cs typeface="+mj-lt"/>
              </a:rPr>
              <a:t>Payload delivery </a:t>
            </a:r>
            <a:endParaRPr lang="en-US" sz="1200" dirty="0"/>
          </a:p>
          <a:p>
            <a:br>
              <a:rPr lang="en-US" dirty="0"/>
            </a:br>
            <a:endParaRPr lang="en-US" sz="1200" dirty="0"/>
          </a:p>
          <a:p>
            <a:r>
              <a:rPr lang="en-US" sz="1200" dirty="0"/>
              <a:t>🎯 So What Is </a:t>
            </a:r>
            <a:r>
              <a:rPr lang="en-US" sz="1200" dirty="0" err="1">
                <a:latin typeface="Consolas"/>
              </a:rPr>
              <a:t>spotsbill.com</a:t>
            </a:r>
            <a:r>
              <a:rPr lang="en-US" sz="1200" dirty="0"/>
              <a:t> in the Attack?</a:t>
            </a:r>
          </a:p>
          <a:p>
            <a:r>
              <a:rPr lang="en-US" sz="1200" dirty="0"/>
              <a:t>💥 Most Likely Role: </a:t>
            </a:r>
            <a:r>
              <a:rPr lang="en-US" sz="1200" b="1" dirty="0"/>
              <a:t>Staging Server / Payload Host</a:t>
            </a:r>
            <a:endParaRPr lang="en-US" sz="1200" dirty="0"/>
          </a:p>
          <a:p>
            <a:r>
              <a:rPr lang="en-US" sz="1200" dirty="0">
                <a:ea typeface="+mj-lt"/>
                <a:cs typeface="+mj-lt"/>
              </a:rPr>
              <a:t>Not primary C2.</a:t>
            </a:r>
            <a:endParaRPr lang="en-US" sz="1200" dirty="0"/>
          </a:p>
          <a:p>
            <a:r>
              <a:rPr lang="en-US" sz="1200" dirty="0"/>
              <a:t>Why:</a:t>
            </a:r>
          </a:p>
          <a:p>
            <a:r>
              <a:rPr lang="en-US" sz="1200" dirty="0">
                <a:ea typeface="+mj-lt"/>
                <a:cs typeface="+mj-lt"/>
              </a:rPr>
              <a:t>It returns </a:t>
            </a:r>
            <a:r>
              <a:rPr lang="en-US" sz="1200" b="1" dirty="0">
                <a:ea typeface="+mj-lt"/>
                <a:cs typeface="+mj-lt"/>
              </a:rPr>
              <a:t>encoded data</a:t>
            </a:r>
            <a:r>
              <a:rPr lang="en-US" sz="1200" dirty="0">
                <a:ea typeface="+mj-lt"/>
                <a:cs typeface="+mj-lt"/>
              </a:rPr>
              <a:t>, not commands </a:t>
            </a:r>
            <a:endParaRPr lang="en-US" sz="1200" dirty="0"/>
          </a:p>
          <a:p>
            <a:r>
              <a:rPr lang="en-US" sz="1200" dirty="0">
                <a:ea typeface="+mj-lt"/>
                <a:cs typeface="+mj-lt"/>
              </a:rPr>
              <a:t>Looks like: </a:t>
            </a:r>
            <a:endParaRPr lang="en-US" sz="1200" dirty="0"/>
          </a:p>
          <a:p>
            <a:r>
              <a:rPr lang="en-US" sz="1200" dirty="0">
                <a:ea typeface="+mj-lt"/>
                <a:cs typeface="+mj-lt"/>
              </a:rPr>
              <a:t>Payload chunk </a:t>
            </a:r>
            <a:endParaRPr lang="en-US" sz="1200" dirty="0"/>
          </a:p>
          <a:p>
            <a:r>
              <a:rPr lang="en-US" sz="1200" dirty="0">
                <a:ea typeface="+mj-lt"/>
                <a:cs typeface="+mj-lt"/>
              </a:rPr>
              <a:t>Configuration data </a:t>
            </a:r>
            <a:endParaRPr lang="en-US" sz="1200" dirty="0"/>
          </a:p>
          <a:p>
            <a:r>
              <a:rPr lang="en-US" sz="1200" dirty="0">
                <a:ea typeface="+mj-lt"/>
                <a:cs typeface="+mj-lt"/>
              </a:rPr>
              <a:t>Secondary stage </a:t>
            </a:r>
            <a:endParaRPr lang="en-US" sz="1200" dirty="0"/>
          </a:p>
          <a:p>
            <a:r>
              <a:rPr lang="en-US" sz="1200" dirty="0">
                <a:ea typeface="+mj-lt"/>
                <a:cs typeface="+mj-lt"/>
              </a:rPr>
              <a:t>👉 This suggests:</a:t>
            </a:r>
            <a:endParaRPr lang="en-US" sz="1200" dirty="0"/>
          </a:p>
          <a:p>
            <a:r>
              <a:rPr lang="en-US" sz="1200" dirty="0">
                <a:ea typeface="+mj-lt"/>
                <a:cs typeface="+mj-lt"/>
              </a:rPr>
              <a:t>Malware is </a:t>
            </a:r>
            <a:r>
              <a:rPr lang="en-US" sz="1200" b="1" dirty="0">
                <a:ea typeface="+mj-lt"/>
                <a:cs typeface="+mj-lt"/>
              </a:rPr>
              <a:t>retrieving additional data after execution</a:t>
            </a:r>
            <a:endParaRPr lang="en-US" sz="1200" dirty="0"/>
          </a:p>
          <a:p>
            <a:endParaRPr lang="en-US" sz="1200" dirty="0"/>
          </a:p>
        </p:txBody>
      </p:sp>
    </p:spTree>
    <p:extLst>
      <p:ext uri="{BB962C8B-B14F-4D97-AF65-F5344CB8AC3E}">
        <p14:creationId xmlns:p14="http://schemas.microsoft.com/office/powerpoint/2010/main" val="3265989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85730-3966-3EED-F16C-01518F7643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A23506-725B-6FB7-A2B8-73ED307EC085}"/>
              </a:ext>
            </a:extLst>
          </p:cNvPr>
          <p:cNvSpPr>
            <a:spLocks noGrp="1"/>
          </p:cNvSpPr>
          <p:nvPr>
            <p:ph type="title"/>
          </p:nvPr>
        </p:nvSpPr>
        <p:spPr/>
        <p:txBody>
          <a:bodyPr/>
          <a:lstStyle/>
          <a:p>
            <a:r>
              <a:rPr lang="en-US"/>
              <a:t>Evidence</a:t>
            </a:r>
          </a:p>
        </p:txBody>
      </p:sp>
      <p:pic>
        <p:nvPicPr>
          <p:cNvPr id="4" name="Content Placeholder 3" descr="A screenshot of a computer&#10;&#10;AI-generated content may be incorrect.">
            <a:extLst>
              <a:ext uri="{FF2B5EF4-FFF2-40B4-BE49-F238E27FC236}">
                <a16:creationId xmlns:a16="http://schemas.microsoft.com/office/drawing/2014/main" id="{044E2300-7079-258E-FBF2-9E8309737895}"/>
              </a:ext>
            </a:extLst>
          </p:cNvPr>
          <p:cNvPicPr>
            <a:picLocks noGrp="1" noChangeAspect="1"/>
          </p:cNvPicPr>
          <p:nvPr>
            <p:ph idx="1"/>
          </p:nvPr>
        </p:nvPicPr>
        <p:blipFill>
          <a:blip r:embed="rId2"/>
          <a:stretch>
            <a:fillRect/>
          </a:stretch>
        </p:blipFill>
        <p:spPr>
          <a:xfrm>
            <a:off x="740431" y="1682749"/>
            <a:ext cx="6139140" cy="2743995"/>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ADA6B759-9DAB-A38B-E9C6-E8ECC8BE3B59}"/>
              </a:ext>
            </a:extLst>
          </p:cNvPr>
          <p:cNvPicPr>
            <a:picLocks noChangeAspect="1"/>
          </p:cNvPicPr>
          <p:nvPr/>
        </p:nvPicPr>
        <p:blipFill>
          <a:blip r:embed="rId3"/>
          <a:stretch>
            <a:fillRect/>
          </a:stretch>
        </p:blipFill>
        <p:spPr>
          <a:xfrm>
            <a:off x="0" y="1547352"/>
            <a:ext cx="12192000" cy="5311107"/>
          </a:xfrm>
          <a:prstGeom prst="rect">
            <a:avLst/>
          </a:prstGeom>
        </p:spPr>
      </p:pic>
    </p:spTree>
    <p:extLst>
      <p:ext uri="{BB962C8B-B14F-4D97-AF65-F5344CB8AC3E}">
        <p14:creationId xmlns:p14="http://schemas.microsoft.com/office/powerpoint/2010/main" val="1456422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ABDF8-DB4E-5E6B-E21F-1D28076E224E}"/>
              </a:ext>
            </a:extLst>
          </p:cNvPr>
          <p:cNvSpPr>
            <a:spLocks noGrp="1"/>
          </p:cNvSpPr>
          <p:nvPr>
            <p:ph type="title"/>
          </p:nvPr>
        </p:nvSpPr>
        <p:spPr/>
        <p:txBody>
          <a:bodyPr/>
          <a:lstStyle/>
          <a:p>
            <a:endParaRPr lang="en-US"/>
          </a:p>
        </p:txBody>
      </p:sp>
      <p:pic>
        <p:nvPicPr>
          <p:cNvPr id="4" name="Content Placeholder 3" descr="A screenshot of a computer&#10;&#10;AI-generated content may be incorrect.">
            <a:extLst>
              <a:ext uri="{FF2B5EF4-FFF2-40B4-BE49-F238E27FC236}">
                <a16:creationId xmlns:a16="http://schemas.microsoft.com/office/drawing/2014/main" id="{7C24680E-C54E-6630-8123-ECBF3C7FF24C}"/>
              </a:ext>
            </a:extLst>
          </p:cNvPr>
          <p:cNvPicPr>
            <a:picLocks noGrp="1" noChangeAspect="1"/>
          </p:cNvPicPr>
          <p:nvPr>
            <p:ph idx="1"/>
          </p:nvPr>
        </p:nvPicPr>
        <p:blipFill>
          <a:blip r:embed="rId2"/>
          <a:stretch>
            <a:fillRect/>
          </a:stretch>
        </p:blipFill>
        <p:spPr>
          <a:xfrm>
            <a:off x="1931072" y="1825625"/>
            <a:ext cx="8329856" cy="4351338"/>
          </a:xfrm>
          <a:prstGeom prst="rect">
            <a:avLst/>
          </a:prstGeom>
        </p:spPr>
      </p:pic>
    </p:spTree>
    <p:extLst>
      <p:ext uri="{BB962C8B-B14F-4D97-AF65-F5344CB8AC3E}">
        <p14:creationId xmlns:p14="http://schemas.microsoft.com/office/powerpoint/2010/main" val="3280293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7E90D-0674-A633-8B1A-EEF8FA6E24FE}"/>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990BE96C-D58F-F1B4-4E08-66C5070B5395}"/>
              </a:ext>
            </a:extLst>
          </p:cNvPr>
          <p:cNvPicPr>
            <a:picLocks noGrp="1" noChangeAspect="1"/>
          </p:cNvPicPr>
          <p:nvPr>
            <p:ph idx="1"/>
          </p:nvPr>
        </p:nvPicPr>
        <p:blipFill>
          <a:blip r:embed="rId2"/>
          <a:stretch>
            <a:fillRect/>
          </a:stretch>
        </p:blipFill>
        <p:spPr>
          <a:xfrm>
            <a:off x="838200" y="1862044"/>
            <a:ext cx="10515600" cy="4278499"/>
          </a:xfrm>
          <a:prstGeom prst="rect">
            <a:avLst/>
          </a:prstGeom>
        </p:spPr>
      </p:pic>
    </p:spTree>
    <p:extLst>
      <p:ext uri="{BB962C8B-B14F-4D97-AF65-F5344CB8AC3E}">
        <p14:creationId xmlns:p14="http://schemas.microsoft.com/office/powerpoint/2010/main" val="17703250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908</Words>
  <Application>Microsoft Macintosh PowerPoint</Application>
  <PresentationFormat>Widescreen</PresentationFormat>
  <Paragraphs>118</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Consolas</vt:lpstr>
      <vt:lpstr>Office Theme</vt:lpstr>
      <vt:lpstr>Week 9 Team: Jobayer &amp; Ari</vt:lpstr>
      <vt:lpstr>Abstract </vt:lpstr>
      <vt:lpstr>Introduction</vt:lpstr>
      <vt:lpstr>The Network</vt:lpstr>
      <vt:lpstr>Methodology</vt:lpstr>
      <vt:lpstr>PowerPoint Presentation</vt:lpstr>
      <vt:lpstr>PowerPoint Presentation</vt:lpstr>
      <vt:lpstr>Analysis: Drive-By Attack to Ransomware Sequence</vt:lpstr>
      <vt:lpstr>Analysis, continued</vt:lpstr>
      <vt:lpstr>PowerPoint Presentation</vt:lpstr>
      <vt:lpstr>Evidence</vt:lpstr>
      <vt:lpstr>PowerPoint Presentation</vt:lpstr>
      <vt:lpstr>PowerPoint Presentation</vt:lpstr>
      <vt:lpstr>PowerPoint Presentation</vt:lpstr>
      <vt:lpstr>PowerPoint Presentation</vt:lpstr>
      <vt:lpstr>🧠 What This Actually Is This is NOT normal website content. 🚨 Indicators: Long encoded blob  No readable HTML structure  No images, scripts, or UI elements  Wrapped in a simple &lt;div&gt;  👉 This is machine-to-machine communication, not user content.   🔬 What Type of Data Is This? This strongly resembles: ✅ Base64-encoded payload or data Characteristics: A–Z, a–z, 0–9, +, /  Long continuous string  No spacing or formatting  👉 Very typical of: Malware staging  Encrypted/encoded C2 responses  Payload delivery    🎯 So What Is spotsbill.com in the Attack? 💥 Most Likely Role: Staging Server / Payload Host Not primary C2. Why: It returns encoded data, not commands  Looks like:  Payload chunk  Configuration data  Secondary stage  👉 This suggests: Malware is retrieving additional data after execution </vt:lpstr>
      <vt:lpstr>Evidence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Bhuiyan, Jobayer A</dc:creator>
  <cp:lastModifiedBy>Bhuiyan, Jobayer A</cp:lastModifiedBy>
  <cp:revision>3</cp:revision>
  <dcterms:created xsi:type="dcterms:W3CDTF">2026-04-01T17:18:54Z</dcterms:created>
  <dcterms:modified xsi:type="dcterms:W3CDTF">2026-04-03T07:23:18Z</dcterms:modified>
</cp:coreProperties>
</file>